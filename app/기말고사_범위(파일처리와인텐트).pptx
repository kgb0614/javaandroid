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89" r:id="rId1"/>
  </p:sldMasterIdLst>
  <p:notesMasterIdLst>
    <p:notesMasterId r:id="rId55"/>
  </p:notesMasterIdLst>
  <p:handoutMasterIdLst>
    <p:handoutMasterId r:id="rId56"/>
  </p:handoutMasterIdLst>
  <p:sldIdLst>
    <p:sldId id="790" r:id="rId2"/>
    <p:sldId id="791" r:id="rId3"/>
    <p:sldId id="792" r:id="rId4"/>
    <p:sldId id="793" r:id="rId5"/>
    <p:sldId id="794" r:id="rId6"/>
    <p:sldId id="795" r:id="rId7"/>
    <p:sldId id="796" r:id="rId8"/>
    <p:sldId id="797" r:id="rId9"/>
    <p:sldId id="798" r:id="rId10"/>
    <p:sldId id="799" r:id="rId11"/>
    <p:sldId id="800" r:id="rId12"/>
    <p:sldId id="801" r:id="rId13"/>
    <p:sldId id="802" r:id="rId14"/>
    <p:sldId id="803" r:id="rId15"/>
    <p:sldId id="714" r:id="rId16"/>
    <p:sldId id="717" r:id="rId17"/>
    <p:sldId id="718" r:id="rId18"/>
    <p:sldId id="719" r:id="rId19"/>
    <p:sldId id="720" r:id="rId20"/>
    <p:sldId id="772" r:id="rId21"/>
    <p:sldId id="773" r:id="rId22"/>
    <p:sldId id="774" r:id="rId23"/>
    <p:sldId id="775" r:id="rId24"/>
    <p:sldId id="776" r:id="rId25"/>
    <p:sldId id="777" r:id="rId26"/>
    <p:sldId id="778" r:id="rId27"/>
    <p:sldId id="779" r:id="rId28"/>
    <p:sldId id="729" r:id="rId29"/>
    <p:sldId id="730" r:id="rId30"/>
    <p:sldId id="731" r:id="rId31"/>
    <p:sldId id="732" r:id="rId32"/>
    <p:sldId id="733" r:id="rId33"/>
    <p:sldId id="734" r:id="rId34"/>
    <p:sldId id="780" r:id="rId35"/>
    <p:sldId id="736" r:id="rId36"/>
    <p:sldId id="781" r:id="rId37"/>
    <p:sldId id="738" r:id="rId38"/>
    <p:sldId id="782" r:id="rId39"/>
    <p:sldId id="740" r:id="rId40"/>
    <p:sldId id="783" r:id="rId41"/>
    <p:sldId id="742" r:id="rId42"/>
    <p:sldId id="784" r:id="rId43"/>
    <p:sldId id="786" r:id="rId44"/>
    <p:sldId id="785" r:id="rId45"/>
    <p:sldId id="746" r:id="rId46"/>
    <p:sldId id="747" r:id="rId47"/>
    <p:sldId id="787" r:id="rId48"/>
    <p:sldId id="748" r:id="rId49"/>
    <p:sldId id="749" r:id="rId50"/>
    <p:sldId id="750" r:id="rId51"/>
    <p:sldId id="788" r:id="rId52"/>
    <p:sldId id="789" r:id="rId53"/>
    <p:sldId id="753" r:id="rId5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1" hangingPunct="1">
      <a:defRPr sz="20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1" hangingPunct="1">
      <a:defRPr sz="20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1" hangingPunct="1">
      <a:defRPr sz="20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1" hangingPunct="1">
      <a:defRPr sz="20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22">
          <p15:clr>
            <a:srgbClr val="A4A3A4"/>
          </p15:clr>
        </p15:guide>
        <p15:guide id="2" pos="2882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0003"/>
    <a:srgbClr val="B42D23"/>
    <a:srgbClr val="FA3A2D"/>
    <a:srgbClr val="6361BA"/>
    <a:srgbClr val="525EC3"/>
    <a:srgbClr val="60B4F0"/>
    <a:srgbClr val="5FB5F0"/>
    <a:srgbClr val="69C830"/>
    <a:srgbClr val="64BE2E"/>
    <a:srgbClr val="4745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8464" autoAdjust="0"/>
    <p:restoredTop sz="94233" autoAdjust="0"/>
  </p:normalViewPr>
  <p:slideViewPr>
    <p:cSldViewPr snapToGrid="0">
      <p:cViewPr varScale="1">
        <p:scale>
          <a:sx n="104" d="100"/>
          <a:sy n="104" d="100"/>
        </p:scale>
        <p:origin x="1578" y="114"/>
      </p:cViewPr>
      <p:guideLst>
        <p:guide orient="horz" pos="2222"/>
        <p:guide pos="288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-387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굴림" charset="-127"/>
                <a:cs typeface="+mn-cs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charset="-127"/>
                <a:cs typeface="+mn-cs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굴림" charset="-127"/>
                <a:cs typeface="+mn-cs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charset="-127"/>
                <a:cs typeface="+mn-cs"/>
              </a:defRPr>
            </a:lvl1pPr>
          </a:lstStyle>
          <a:p>
            <a:pPr>
              <a:defRPr/>
            </a:pPr>
            <a:fld id="{44B68EE0-4410-487B-8EF2-AB4C8DC9B54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158178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굴림" charset="-127"/>
              </a:defRPr>
            </a:lvl1pPr>
          </a:lstStyle>
          <a:p>
            <a:pPr>
              <a:defRPr/>
            </a:pPr>
            <a:endParaRPr lang="de-DE" altLang="ko-KR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charset="-127"/>
              </a:defRPr>
            </a:lvl1pPr>
          </a:lstStyle>
          <a:p>
            <a:pPr>
              <a:defRPr/>
            </a:pPr>
            <a:endParaRPr lang="de-DE" altLang="ko-KR"/>
          </a:p>
        </p:txBody>
      </p:sp>
      <p:sp>
        <p:nvSpPr>
          <p:cNvPr id="962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굴림" charset="-127"/>
              </a:defRPr>
            </a:lvl1pPr>
          </a:lstStyle>
          <a:p>
            <a:pPr>
              <a:defRPr/>
            </a:pPr>
            <a:endParaRPr lang="de-DE" altLang="ko-KR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charset="-127"/>
              </a:defRPr>
            </a:lvl1pPr>
          </a:lstStyle>
          <a:p>
            <a:pPr>
              <a:defRPr/>
            </a:pPr>
            <a:fld id="{81967304-A513-47CF-AA1B-1F2A36BB6376}" type="slidenum">
              <a:rPr lang="de-DE" altLang="ko-KR"/>
              <a:pPr>
                <a:defRPr/>
              </a:pPr>
              <a:t>‹#›</a:t>
            </a:fld>
            <a:endParaRPr lang="de-DE" altLang="ko-KR"/>
          </a:p>
        </p:txBody>
      </p:sp>
    </p:spTree>
    <p:extLst>
      <p:ext uri="{BB962C8B-B14F-4D97-AF65-F5344CB8AC3E}">
        <p14:creationId xmlns:p14="http://schemas.microsoft.com/office/powerpoint/2010/main" val="30695361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6">
            <a:extLst>
              <a:ext uri="{FF2B5EF4-FFF2-40B4-BE49-F238E27FC236}">
                <a16:creationId xmlns:a16="http://schemas.microsoft.com/office/drawing/2014/main" id="{0100D835-3E08-4B34-9349-3015BA89A290}"/>
              </a:ext>
            </a:extLst>
          </p:cNvPr>
          <p:cNvSpPr/>
          <p:nvPr userDrawn="1"/>
        </p:nvSpPr>
        <p:spPr>
          <a:xfrm>
            <a:off x="0" y="5373216"/>
            <a:ext cx="9144000" cy="1484784"/>
          </a:xfrm>
          <a:prstGeom prst="rect">
            <a:avLst/>
          </a:prstGeom>
          <a:solidFill>
            <a:srgbClr val="AD00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pic>
        <p:nvPicPr>
          <p:cNvPr id="8" name="Picture 4" descr="C:\Users\김현용\Desktop\제호.jpg">
            <a:extLst>
              <a:ext uri="{FF2B5EF4-FFF2-40B4-BE49-F238E27FC236}">
                <a16:creationId xmlns:a16="http://schemas.microsoft.com/office/drawing/2014/main" id="{8AB29AD6-7200-4E52-8442-8D2AABB380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16" y="301752"/>
            <a:ext cx="1591057" cy="265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 descr="텍스트, 스낵, 과일, 음식이(가) 표시된 사진&#10;&#10;자동 생성된 설명">
            <a:extLst>
              <a:ext uri="{FF2B5EF4-FFF2-40B4-BE49-F238E27FC236}">
                <a16:creationId xmlns:a16="http://schemas.microsoft.com/office/drawing/2014/main" id="{206AB2F1-BAD1-D14E-4BC8-BDCF77B8A5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6" r="902" b="11667"/>
          <a:stretch/>
        </p:blipFill>
        <p:spPr>
          <a:xfrm>
            <a:off x="2476698" y="301752"/>
            <a:ext cx="4190603" cy="491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967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함초롬돋움" pitchFamily="50" charset="-127"/>
                <a:ea typeface="함초롬돋움" pitchFamily="50" charset="-127"/>
                <a:cs typeface="함초롬돋움" pitchFamily="50" charset="-127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150000"/>
              </a:lnSpc>
              <a:buFont typeface="+mj-lt"/>
              <a:buAutoNum type="arabicPeriod"/>
              <a:defRPr sz="2000" b="1">
                <a:solidFill>
                  <a:schemeClr val="tx1"/>
                </a:solidFill>
                <a:latin typeface="함초롬돋움" pitchFamily="50" charset="-127"/>
                <a:ea typeface="함초롬돋움" pitchFamily="50" charset="-127"/>
                <a:cs typeface="함초롬돋움" pitchFamily="50" charset="-12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1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1028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함초롬돋움" pitchFamily="50" charset="-127"/>
                <a:ea typeface="함초롬돋움" pitchFamily="50" charset="-127"/>
                <a:cs typeface="함초롬돋움" pitchFamily="50" charset="-127"/>
              </a:rPr>
              <a:t>학습목표</a:t>
            </a: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150000"/>
              </a:lnSpc>
              <a:buFont typeface="Arial" pitchFamily="34" charset="0"/>
              <a:buChar char="•"/>
              <a:defRPr sz="1800" b="1">
                <a:solidFill>
                  <a:schemeClr val="tx1"/>
                </a:solidFill>
                <a:latin typeface="함초롬돋움" pitchFamily="50" charset="-127"/>
                <a:ea typeface="함초롬돋움" pitchFamily="50" charset="-127"/>
                <a:cs typeface="함초롬돋움" pitchFamily="50" charset="-12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7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1696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684076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124744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4464496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6804248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0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208912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n"/>
              <a:defRPr sz="1800" b="1">
                <a:latin typeface="함초롬돋움" pitchFamily="50" charset="-127"/>
                <a:ea typeface="함초롬돋움" pitchFamily="50" charset="-127"/>
                <a:cs typeface="함초롬돋움" pitchFamily="50" charset="-127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600">
                <a:latin typeface="함초롬돋움" pitchFamily="50" charset="-127"/>
                <a:ea typeface="함초롬돋움" pitchFamily="50" charset="-127"/>
                <a:cs typeface="함초롬돋움" pitchFamily="50" charset="-127"/>
              </a:defRPr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400">
                <a:latin typeface="함초롬돋움" pitchFamily="50" charset="-127"/>
                <a:ea typeface="함초롬돋움" pitchFamily="50" charset="-127"/>
                <a:cs typeface="함초롬돋움" pitchFamily="50" charset="-127"/>
              </a:defRPr>
            </a:lvl3pPr>
            <a:lvl4pPr marL="809625" indent="-180975">
              <a:spcAft>
                <a:spcPts val="300"/>
              </a:spcAft>
              <a:buSzPct val="96000"/>
              <a:defRPr sz="1200">
                <a:latin typeface="함초롬돋움" pitchFamily="50" charset="-127"/>
                <a:ea typeface="함초롬돋움" pitchFamily="50" charset="-127"/>
                <a:cs typeface="함초롬돋움" pitchFamily="50" charset="-127"/>
              </a:defRPr>
            </a:lvl4pPr>
            <a:lvl5pPr marL="990600" indent="-180975">
              <a:defRPr sz="1100">
                <a:latin typeface="함초롬돋움" pitchFamily="50" charset="-127"/>
                <a:ea typeface="함초롬돋움" pitchFamily="50" charset="-127"/>
                <a:cs typeface="함초롬돋움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8553698" y="6525344"/>
            <a:ext cx="648072" cy="3600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/ 61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8244408" y="6525344"/>
            <a:ext cx="648072" cy="3600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fld id="{B921D178-B3E2-41DF-B6F9-C73B8CC656FA}" type="slidenum">
              <a:rPr lang="ko-KR" altLang="en-US" sz="1400" smtClean="0">
                <a:solidFill>
                  <a:schemeClr val="bg1">
                    <a:lumMod val="50000"/>
                  </a:schemeClr>
                </a:solidFill>
              </a:rPr>
              <a:pPr algn="ctr"/>
              <a:t>‹#›</a:t>
            </a:fld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3997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3" name="내용 개체 틀 2"/>
          <p:cNvSpPr>
            <a:spLocks noGrp="1"/>
          </p:cNvSpPr>
          <p:nvPr>
            <p:ph idx="1"/>
          </p:nvPr>
        </p:nvSpPr>
        <p:spPr>
          <a:xfrm>
            <a:off x="539552" y="1196752"/>
            <a:ext cx="3924944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n"/>
              <a:defRPr sz="1600" b="1">
                <a:latin typeface="함초롬돋움" pitchFamily="50" charset="-127"/>
                <a:ea typeface="함초롬돋움" pitchFamily="50" charset="-127"/>
                <a:cs typeface="함초롬돋움" pitchFamily="50" charset="-127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>
                <a:latin typeface="함초롬돋움" pitchFamily="50" charset="-127"/>
                <a:ea typeface="함초롬돋움" pitchFamily="50" charset="-127"/>
                <a:cs typeface="함초롬돋움" pitchFamily="50" charset="-127"/>
              </a:defRPr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>
                <a:latin typeface="함초롬돋움" pitchFamily="50" charset="-127"/>
                <a:ea typeface="함초롬돋움" pitchFamily="50" charset="-127"/>
                <a:cs typeface="함초롬돋움" pitchFamily="50" charset="-127"/>
              </a:defRPr>
            </a:lvl3pPr>
            <a:lvl4pPr marL="809625" indent="-180975">
              <a:spcAft>
                <a:spcPts val="300"/>
              </a:spcAft>
              <a:buSzPct val="96000"/>
              <a:defRPr sz="1100">
                <a:latin typeface="함초롬돋움" pitchFamily="50" charset="-127"/>
                <a:ea typeface="함초롬돋움" pitchFamily="50" charset="-127"/>
                <a:cs typeface="함초롬돋움" pitchFamily="50" charset="-127"/>
              </a:defRPr>
            </a:lvl4pPr>
            <a:lvl5pPr marL="990600" indent="-180975">
              <a:defRPr sz="1100">
                <a:latin typeface="함초롬돋움" pitchFamily="50" charset="-127"/>
                <a:ea typeface="함초롬돋움" pitchFamily="50" charset="-127"/>
                <a:cs typeface="함초롬돋움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5" name="내용 개체 틀 2"/>
          <p:cNvSpPr>
            <a:spLocks noGrp="1"/>
          </p:cNvSpPr>
          <p:nvPr>
            <p:ph idx="10"/>
          </p:nvPr>
        </p:nvSpPr>
        <p:spPr>
          <a:xfrm>
            <a:off x="4644008" y="1196752"/>
            <a:ext cx="3924944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n"/>
              <a:defRPr sz="1600" b="1">
                <a:latin typeface="함초롬돋움" pitchFamily="50" charset="-127"/>
                <a:ea typeface="함초롬돋움" pitchFamily="50" charset="-127"/>
                <a:cs typeface="함초롬돋움" pitchFamily="50" charset="-127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>
                <a:latin typeface="함초롬돋움" pitchFamily="50" charset="-127"/>
                <a:ea typeface="함초롬돋움" pitchFamily="50" charset="-127"/>
                <a:cs typeface="함초롬돋움" pitchFamily="50" charset="-127"/>
              </a:defRPr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>
                <a:latin typeface="함초롬돋움" pitchFamily="50" charset="-127"/>
                <a:ea typeface="함초롬돋움" pitchFamily="50" charset="-127"/>
                <a:cs typeface="함초롬돋움" pitchFamily="50" charset="-127"/>
              </a:defRPr>
            </a:lvl3pPr>
            <a:lvl4pPr marL="809625" indent="-180975">
              <a:spcAft>
                <a:spcPts val="300"/>
              </a:spcAft>
              <a:buSzPct val="96000"/>
              <a:defRPr sz="1100">
                <a:latin typeface="함초롬돋움" pitchFamily="50" charset="-127"/>
                <a:ea typeface="함초롬돋움" pitchFamily="50" charset="-127"/>
                <a:cs typeface="함초롬돋움" pitchFamily="50" charset="-127"/>
              </a:defRPr>
            </a:lvl4pPr>
            <a:lvl5pPr marL="990600" indent="-180975">
              <a:defRPr sz="1100">
                <a:latin typeface="함초롬돋움" pitchFamily="50" charset="-127"/>
                <a:ea typeface="함초롬돋움" pitchFamily="50" charset="-127"/>
                <a:cs typeface="함초롬돋움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pic>
        <p:nvPicPr>
          <p:cNvPr id="14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68344" y="485909"/>
            <a:ext cx="1216025" cy="32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6" name="직선 연결선 15"/>
          <p:cNvCxnSpPr/>
          <p:nvPr userDrawn="1"/>
        </p:nvCxnSpPr>
        <p:spPr>
          <a:xfrm>
            <a:off x="2124744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 userDrawn="1"/>
        </p:nvCxnSpPr>
        <p:spPr>
          <a:xfrm>
            <a:off x="4464496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 userDrawn="1"/>
        </p:nvCxnSpPr>
        <p:spPr>
          <a:xfrm>
            <a:off x="6804248" y="908051"/>
            <a:ext cx="2339752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>
            <a:off x="0" y="908051"/>
            <a:ext cx="2339752" cy="0"/>
          </a:xfrm>
          <a:prstGeom prst="line">
            <a:avLst/>
          </a:prstGeom>
          <a:ln w="7620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8553698" y="6525344"/>
            <a:ext cx="648072" cy="3600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/ 33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8244408" y="6525344"/>
            <a:ext cx="648072" cy="3600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fld id="{B921D178-B3E2-41DF-B6F9-C73B8CC656FA}" type="slidenum">
              <a:rPr lang="ko-KR" altLang="en-US" sz="1400" smtClean="0">
                <a:solidFill>
                  <a:schemeClr val="bg1">
                    <a:lumMod val="50000"/>
                  </a:schemeClr>
                </a:solidFill>
              </a:rPr>
              <a:pPr algn="ctr"/>
              <a:t>‹#›</a:t>
            </a:fld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1751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6">
            <a:extLst>
              <a:ext uri="{FF2B5EF4-FFF2-40B4-BE49-F238E27FC236}">
                <a16:creationId xmlns:a16="http://schemas.microsoft.com/office/drawing/2014/main" id="{5B7518FE-B83E-423B-A9CD-5C80B85F91C2}"/>
              </a:ext>
            </a:extLst>
          </p:cNvPr>
          <p:cNvSpPr/>
          <p:nvPr userDrawn="1"/>
        </p:nvSpPr>
        <p:spPr>
          <a:xfrm>
            <a:off x="-1" y="6165304"/>
            <a:ext cx="9144001" cy="692696"/>
          </a:xfrm>
          <a:prstGeom prst="rect">
            <a:avLst/>
          </a:prstGeom>
          <a:solidFill>
            <a:srgbClr val="AD00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sp>
        <p:nvSpPr>
          <p:cNvPr id="10" name="직사각형 10">
            <a:extLst>
              <a:ext uri="{FF2B5EF4-FFF2-40B4-BE49-F238E27FC236}">
                <a16:creationId xmlns:a16="http://schemas.microsoft.com/office/drawing/2014/main" id="{CC942C7B-D354-414C-BEED-4785AAF98CA6}"/>
              </a:ext>
            </a:extLst>
          </p:cNvPr>
          <p:cNvSpPr/>
          <p:nvPr userDrawn="1"/>
        </p:nvSpPr>
        <p:spPr>
          <a:xfrm>
            <a:off x="0" y="6092750"/>
            <a:ext cx="9144000" cy="7255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pic>
        <p:nvPicPr>
          <p:cNvPr id="11" name="Picture 4" descr="C:\Users\김현용\Desktop\제호.jpg">
            <a:extLst>
              <a:ext uri="{FF2B5EF4-FFF2-40B4-BE49-F238E27FC236}">
                <a16:creationId xmlns:a16="http://schemas.microsoft.com/office/drawing/2014/main" id="{2267A9FD-C57C-4147-A391-2A0B4EF176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5631234"/>
            <a:ext cx="1905001" cy="31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6A2B344-3D9E-4AEB-8A7E-48620C94E22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084944" y="6309320"/>
            <a:ext cx="283282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altLang="ko-KR" sz="1100" b="1" dirty="0">
                <a:solidFill>
                  <a:schemeClr val="bg1"/>
                </a:solidFill>
                <a:latin typeface="Adobe Kaiti Std R" panose="02020400000000000000" pitchFamily="18" charset="-128"/>
                <a:ea typeface="Adobe Kaiti Std R" panose="02020400000000000000" pitchFamily="18" charset="-128"/>
              </a:rPr>
              <a:t>Copyright© 2024 Hanbit Academy, Inc.</a:t>
            </a:r>
          </a:p>
          <a:p>
            <a:pPr algn="ctr" eaLnBrk="1" hangingPunct="1">
              <a:defRPr/>
            </a:pPr>
            <a:r>
              <a:rPr lang="en-US" altLang="ko-KR" sz="1100" b="1" dirty="0">
                <a:solidFill>
                  <a:schemeClr val="bg1"/>
                </a:solidFill>
                <a:latin typeface="Adobe Kaiti Std R" panose="02020400000000000000" pitchFamily="18" charset="-128"/>
                <a:ea typeface="Adobe Kaiti Std R" panose="02020400000000000000" pitchFamily="18" charset="-128"/>
              </a:rPr>
              <a:t>All rights reserved.</a:t>
            </a:r>
            <a:endParaRPr lang="ko-KR" altLang="ko-KR" sz="1100" b="1" dirty="0">
              <a:solidFill>
                <a:schemeClr val="bg1"/>
              </a:solidFill>
              <a:latin typeface="Adobe Kaiti Std R" panose="02020400000000000000" pitchFamily="18" charset="-128"/>
              <a:ea typeface="굴림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4618B6-7F00-0E31-B928-13FE49CFA2B7}"/>
              </a:ext>
            </a:extLst>
          </p:cNvPr>
          <p:cNvSpPr txBox="1"/>
          <p:nvPr userDrawn="1"/>
        </p:nvSpPr>
        <p:spPr>
          <a:xfrm>
            <a:off x="2395902" y="2334358"/>
            <a:ext cx="4528039" cy="134522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/>
            <a:r>
              <a:rPr lang="en-US" altLang="ko-KR" sz="6000" b="1" dirty="0">
                <a:solidFill>
                  <a:srgbClr val="B42D23"/>
                </a:solidFill>
              </a:rPr>
              <a:t>Thank You!</a:t>
            </a:r>
            <a:endParaRPr lang="ko-KR" altLang="en-US" sz="6000" b="1" dirty="0">
              <a:solidFill>
                <a:srgbClr val="B42D2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5287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/>
          <p:cNvSpPr/>
          <p:nvPr userDrawn="1"/>
        </p:nvSpPr>
        <p:spPr>
          <a:xfrm>
            <a:off x="323057" y="404813"/>
            <a:ext cx="8497887" cy="6048375"/>
          </a:xfrm>
          <a:prstGeom prst="roundRect">
            <a:avLst>
              <a:gd name="adj" fmla="val 5013"/>
            </a:avLst>
          </a:prstGeom>
          <a:solidFill>
            <a:srgbClr val="AD0003">
              <a:alpha val="84706"/>
            </a:srgbClr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schemeClr val="accent6"/>
              </a:solidFill>
            </a:endParaRPr>
          </a:p>
        </p:txBody>
      </p:sp>
      <p:sp>
        <p:nvSpPr>
          <p:cNvPr id="7" name="텍스트 개체 틀 6"/>
          <p:cNvSpPr>
            <a:spLocks noGrp="1"/>
          </p:cNvSpPr>
          <p:nvPr userDrawn="1"/>
        </p:nvSpPr>
        <p:spPr bwMode="auto">
          <a:xfrm>
            <a:off x="719101" y="3412604"/>
            <a:ext cx="7704856" cy="93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텍스트 개체 틀 6"/>
          <p:cNvSpPr>
            <a:spLocks noGrp="1"/>
          </p:cNvSpPr>
          <p:nvPr userDrawn="1"/>
        </p:nvSpPr>
        <p:spPr bwMode="auto">
          <a:xfrm>
            <a:off x="719101" y="2348880"/>
            <a:ext cx="7704856" cy="93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19572" y="3412604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4800" b="1">
                <a:solidFill>
                  <a:schemeClr val="bg1"/>
                </a:solidFill>
                <a:latin typeface="함초롬돋움" pitchFamily="50" charset="-127"/>
                <a:ea typeface="함초롬돋움" pitchFamily="50" charset="-127"/>
                <a:cs typeface="함초롬돋움" pitchFamily="50" charset="-12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719572" y="2348880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5400" b="1">
                <a:solidFill>
                  <a:schemeClr val="bg1"/>
                </a:solidFill>
                <a:latin typeface="함초롬돋움" pitchFamily="50" charset="-127"/>
                <a:ea typeface="함초롬돋움" pitchFamily="50" charset="-127"/>
                <a:cs typeface="함초롬돋움" pitchFamily="50" charset="-12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6990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12"/>
          <p:cNvSpPr>
            <a:spLocks noChangeArrowheads="1"/>
          </p:cNvSpPr>
          <p:nvPr userDrawn="1"/>
        </p:nvSpPr>
        <p:spPr bwMode="auto">
          <a:xfrm>
            <a:off x="0" y="0"/>
            <a:ext cx="9144000" cy="211138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ko-KR" altLang="en-US">
              <a:ea typeface="굴림" charset="-127"/>
            </a:endParaRPr>
          </a:p>
        </p:txBody>
      </p:sp>
      <p:sp>
        <p:nvSpPr>
          <p:cNvPr id="11" name="직사각형 13"/>
          <p:cNvSpPr>
            <a:spLocks noChangeArrowheads="1"/>
          </p:cNvSpPr>
          <p:nvPr userDrawn="1"/>
        </p:nvSpPr>
        <p:spPr bwMode="auto">
          <a:xfrm>
            <a:off x="152400" y="152400"/>
            <a:ext cx="8991600" cy="211138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ko-KR" altLang="en-US">
              <a:ea typeface="굴림" charset="-127"/>
            </a:endParaRPr>
          </a:p>
        </p:txBody>
      </p:sp>
      <p:sp>
        <p:nvSpPr>
          <p:cNvPr id="13" name="제목 1"/>
          <p:cNvSpPr>
            <a:spLocks noGrp="1"/>
          </p:cNvSpPr>
          <p:nvPr>
            <p:ph type="title"/>
          </p:nvPr>
        </p:nvSpPr>
        <p:spPr>
          <a:xfrm>
            <a:off x="218398" y="289794"/>
            <a:ext cx="8520112" cy="57205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 sz="2800" b="0"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17" name="내용 개체 틀 2"/>
          <p:cNvSpPr>
            <a:spLocks noGrp="1"/>
          </p:cNvSpPr>
          <p:nvPr>
            <p:ph idx="1"/>
          </p:nvPr>
        </p:nvSpPr>
        <p:spPr>
          <a:xfrm>
            <a:off x="295275" y="1048219"/>
            <a:ext cx="8524875" cy="4313238"/>
          </a:xfrm>
        </p:spPr>
        <p:txBody>
          <a:bodyPr/>
          <a:lstStyle>
            <a:lvl1pPr marL="342900" indent="-342900">
              <a:buClr>
                <a:srgbClr val="FF0000"/>
              </a:buClr>
              <a:buFont typeface="Wingdings" pitchFamily="2" charset="2"/>
              <a:buChar char="§"/>
              <a:defRPr sz="2200" b="1">
                <a:latin typeface="굴림" pitchFamily="50" charset="-127"/>
                <a:ea typeface="굴림" pitchFamily="50" charset="-127"/>
              </a:defRPr>
            </a:lvl1pPr>
            <a:lvl2pPr marL="444500" marR="0" indent="-2619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Tx/>
              <a:buSzPct val="84000"/>
              <a:buFont typeface="Wingdings" pitchFamily="2" charset="2"/>
              <a:buChar char="§"/>
              <a:tabLst/>
              <a:defRPr sz="1800"/>
            </a:lvl2pPr>
            <a:lvl3pPr marL="731837" marR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Tx/>
              <a:buSzTx/>
              <a:buFont typeface="Arial" pitchFamily="34" charset="0"/>
              <a:buChar char="•"/>
              <a:tabLst/>
              <a:defRPr sz="1600"/>
            </a:lvl3pPr>
            <a:lvl4pPr marL="463549" indent="0">
              <a:buFont typeface="Arial" pitchFamily="34" charset="0"/>
              <a:buNone/>
              <a:defRPr/>
            </a:lvl4pPr>
          </a:lstStyle>
          <a:p>
            <a:pPr lvl="0"/>
            <a:r>
              <a:rPr lang="ko-KR" altLang="en-US" dirty="0"/>
              <a:t>마스터 텍스트 스타일을 편집합니다</a:t>
            </a:r>
            <a:endParaRPr lang="en-US" altLang="ko-KR" dirty="0"/>
          </a:p>
          <a:p>
            <a:pPr lvl="1"/>
            <a:r>
              <a:rPr lang="ko-KR" altLang="en-US" dirty="0"/>
              <a:t>마스터 텍스트 스타일을 편집합니다</a:t>
            </a:r>
            <a:endParaRPr lang="en-US" altLang="ko-KR" dirty="0"/>
          </a:p>
          <a:p>
            <a:pPr lvl="2"/>
            <a:r>
              <a:rPr lang="ko-KR" altLang="en-US" dirty="0"/>
              <a:t>마스터 텍스트 스타일을 편집합니다</a:t>
            </a:r>
            <a:endParaRPr lang="en-US" altLang="ko-KR" dirty="0"/>
          </a:p>
        </p:txBody>
      </p:sp>
      <p:grpSp>
        <p:nvGrpSpPr>
          <p:cNvPr id="18" name="Group 192"/>
          <p:cNvGrpSpPr>
            <a:grpSpLocks/>
          </p:cNvGrpSpPr>
          <p:nvPr userDrawn="1"/>
        </p:nvGrpSpPr>
        <p:grpSpPr bwMode="auto">
          <a:xfrm>
            <a:off x="226419" y="775610"/>
            <a:ext cx="8675591" cy="68961"/>
            <a:chOff x="192" y="446"/>
            <a:chExt cx="5513" cy="78"/>
          </a:xfrm>
          <a:solidFill>
            <a:schemeClr val="accent6"/>
          </a:solidFill>
        </p:grpSpPr>
        <p:sp>
          <p:nvSpPr>
            <p:cNvPr id="23" name="Rectangle 193"/>
            <p:cNvSpPr>
              <a:spLocks noChangeArrowheads="1"/>
            </p:cNvSpPr>
            <p:nvPr/>
          </p:nvSpPr>
          <p:spPr bwMode="gray">
            <a:xfrm>
              <a:off x="192" y="446"/>
              <a:ext cx="1488" cy="78"/>
            </a:xfrm>
            <a:prstGeom prst="rect">
              <a:avLst/>
            </a:prstGeom>
            <a:solidFill>
              <a:srgbClr val="FA3A2D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800">
                <a:solidFill>
                  <a:srgbClr val="000000"/>
                </a:solidFill>
                <a:ea typeface="굴림" charset="-127"/>
                <a:cs typeface="+mn-cs"/>
              </a:endParaRPr>
            </a:p>
          </p:txBody>
        </p:sp>
        <p:sp>
          <p:nvSpPr>
            <p:cNvPr id="24" name="Line 194"/>
            <p:cNvSpPr>
              <a:spLocks noChangeShapeType="1"/>
            </p:cNvSpPr>
            <p:nvPr/>
          </p:nvSpPr>
          <p:spPr bwMode="gray">
            <a:xfrm>
              <a:off x="192" y="519"/>
              <a:ext cx="5513" cy="0"/>
            </a:xfrm>
            <a:prstGeom prst="line">
              <a:avLst/>
            </a:prstGeom>
            <a:ln>
              <a:solidFill>
                <a:srgbClr val="FA3A2D"/>
              </a:solidFill>
              <a:headEnd/>
              <a:tailE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ko-KR" altLang="en-US" sz="1800">
                <a:solidFill>
                  <a:srgbClr val="000000"/>
                </a:solidFill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3391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2025-12-08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7820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2" r:id="rId1"/>
    <p:sldLayoutId id="2147484092" r:id="rId2"/>
    <p:sldLayoutId id="2147484093" r:id="rId3"/>
    <p:sldLayoutId id="2147484094" r:id="rId4"/>
    <p:sldLayoutId id="2147484095" r:id="rId5"/>
    <p:sldLayoutId id="2147484096" r:id="rId6"/>
    <p:sldLayoutId id="2147484097" r:id="rId7"/>
    <p:sldLayoutId id="2147484103" r:id="rId8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10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파일 처리의 기본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8540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sz="2400" dirty="0"/>
              <a:t>내장 메모리 파일 처리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내장 메모리 파일 처리</a:t>
            </a:r>
          </a:p>
          <a:p>
            <a:pPr lvl="1"/>
            <a:r>
              <a:rPr lang="ko-KR" altLang="en-US" dirty="0" err="1"/>
              <a:t>앱을</a:t>
            </a:r>
            <a:r>
              <a:rPr lang="ko-KR" altLang="en-US" dirty="0"/>
              <a:t> 종료하고 다시 실행할 때 사용한 곳에서 이어서 작업하고 싶은 경우 사용</a:t>
            </a:r>
          </a:p>
          <a:p>
            <a:pPr lvl="1"/>
            <a:r>
              <a:rPr lang="ko-KR" altLang="en-US" dirty="0"/>
              <a:t> 내장 메모리의 저장 위치 </a:t>
            </a:r>
            <a:r>
              <a:rPr lang="en-US" altLang="ko-KR" dirty="0"/>
              <a:t>: </a:t>
            </a:r>
            <a:r>
              <a:rPr lang="en-US" altLang="ko-KR" b="1" dirty="0"/>
              <a:t>/data/data/</a:t>
            </a:r>
            <a:r>
              <a:rPr lang="ko-KR" altLang="en-US" b="1" dirty="0" err="1"/>
              <a:t>패키지명</a:t>
            </a:r>
            <a:r>
              <a:rPr lang="en-US" altLang="ko-KR" b="1" dirty="0"/>
              <a:t>/files </a:t>
            </a:r>
            <a:r>
              <a:rPr lang="ko-KR" altLang="en-US" dirty="0"/>
              <a:t>폴더</a:t>
            </a:r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EE68431-A571-3C68-9E08-A6FACEA23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312" y="2563352"/>
            <a:ext cx="5667375" cy="258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864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sz="2400" dirty="0"/>
              <a:t>내장 메모리 파일 처리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파일 처리 기본 </a:t>
            </a:r>
            <a:r>
              <a:rPr lang="en-US" altLang="ko-KR" dirty="0"/>
              <a:t>XML</a:t>
            </a:r>
          </a:p>
          <a:p>
            <a:pPr lvl="1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8681D43-C93F-1D0D-73D5-A66E4E635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620" y="2011925"/>
            <a:ext cx="6840760" cy="2498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062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sz="2400" dirty="0"/>
              <a:t>내장 메모리 파일 처리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파일 처리 기본 </a:t>
            </a:r>
            <a:r>
              <a:rPr lang="en-US" altLang="ko-KR" dirty="0"/>
              <a:t>Java </a:t>
            </a:r>
            <a:r>
              <a:rPr lang="ko-KR" altLang="en-US" dirty="0"/>
              <a:t>코드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FEC5066-F96F-0BFF-21A1-21A196E9B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525" y="1862137"/>
            <a:ext cx="6076950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319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sz="2400" dirty="0"/>
              <a:t>내장 메모리 파일 처리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1F2C5BC-4E8A-A6E0-7858-233555802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323975"/>
            <a:ext cx="6096000" cy="512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959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sz="2400" dirty="0"/>
              <a:t>내장 메모리 파일 처리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8-1 </a:t>
            </a:r>
            <a:r>
              <a:rPr lang="ko-KR" altLang="en-US" dirty="0"/>
              <a:t>간단 일기장 </a:t>
            </a:r>
            <a:r>
              <a:rPr lang="ko-KR" altLang="en-US" dirty="0" err="1"/>
              <a:t>앱</a:t>
            </a:r>
            <a:r>
              <a:rPr lang="ko-KR" altLang="en-US" dirty="0"/>
              <a:t> 만들기</a:t>
            </a:r>
            <a:endParaRPr lang="en-US" altLang="ko-KR" dirty="0"/>
          </a:p>
          <a:p>
            <a:r>
              <a:rPr lang="en-US" altLang="ko-KR" sz="1600" dirty="0"/>
              <a:t>1 </a:t>
            </a:r>
            <a:r>
              <a:rPr lang="ko-KR" altLang="en-US" sz="1600" dirty="0" err="1"/>
              <a:t>안드로이드</a:t>
            </a:r>
            <a:r>
              <a:rPr lang="ko-KR" altLang="en-US" sz="1600" dirty="0"/>
              <a:t> 프로젝트 생성 </a:t>
            </a:r>
          </a:p>
          <a:p>
            <a:pPr lvl="1"/>
            <a:r>
              <a:rPr lang="en-US" altLang="ko-KR" dirty="0"/>
              <a:t>(1) </a:t>
            </a:r>
            <a:r>
              <a:rPr lang="ko-KR" altLang="en-US" dirty="0"/>
              <a:t>프로젝트 이름 </a:t>
            </a:r>
            <a:r>
              <a:rPr lang="en-US" altLang="ko-KR" dirty="0"/>
              <a:t>: Project8_1</a:t>
            </a:r>
          </a:p>
          <a:p>
            <a:pPr lvl="1"/>
            <a:r>
              <a:rPr lang="en-US" altLang="ko-KR" dirty="0"/>
              <a:t>(2) </a:t>
            </a:r>
            <a:r>
              <a:rPr lang="ko-KR" altLang="en-US" dirty="0"/>
              <a:t>패키지 이름 </a:t>
            </a:r>
            <a:r>
              <a:rPr lang="en-US" altLang="ko-KR" dirty="0"/>
              <a:t>: com.cookandroid.project8_1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44E724A-8783-C2AD-38E0-42730ABA2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748" y="1419225"/>
            <a:ext cx="2552700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307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sz="2400" dirty="0"/>
              <a:t>내장 메모리 파일 처리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8-1 </a:t>
            </a:r>
            <a:r>
              <a:rPr lang="ko-KR" altLang="en-US" dirty="0"/>
              <a:t>간단 일기장 </a:t>
            </a:r>
            <a:r>
              <a:rPr lang="ko-KR" altLang="en-US" dirty="0" err="1"/>
              <a:t>앱</a:t>
            </a:r>
            <a:r>
              <a:rPr lang="ko-KR" altLang="en-US" dirty="0"/>
              <a:t> 만들기</a:t>
            </a:r>
            <a:endParaRPr lang="en-US" altLang="ko-KR" dirty="0"/>
          </a:p>
          <a:p>
            <a:r>
              <a:rPr lang="en-US" altLang="ko-KR" sz="1600" dirty="0"/>
              <a:t>2 </a:t>
            </a:r>
            <a:r>
              <a:rPr lang="ko-KR" altLang="en-US" sz="1600" dirty="0"/>
              <a:t>화면 디자인 및 편집</a:t>
            </a:r>
            <a:endParaRPr lang="en-US" altLang="ko-KR" sz="1600" dirty="0"/>
          </a:p>
          <a:p>
            <a:pPr lvl="1"/>
            <a:r>
              <a:rPr lang="en-US" altLang="ko-KR" dirty="0"/>
              <a:t>(1) </a:t>
            </a:r>
            <a:r>
              <a:rPr lang="ko-KR" altLang="en-US" dirty="0"/>
              <a:t>다음 규칙에 따라 화면 </a:t>
            </a:r>
            <a:r>
              <a:rPr lang="ko-KR" altLang="en-US" dirty="0" err="1"/>
              <a:t>코딩하기</a:t>
            </a:r>
            <a:endParaRPr lang="ko-KR" altLang="en-US" dirty="0"/>
          </a:p>
          <a:p>
            <a:pPr lvl="2"/>
            <a:r>
              <a:rPr lang="ko-KR" altLang="en-US" sz="1600" dirty="0" err="1"/>
              <a:t>데이트피커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에디트텍스트</a:t>
            </a:r>
            <a:r>
              <a:rPr lang="en-US" altLang="ko-KR" sz="1600" dirty="0"/>
              <a:t>, </a:t>
            </a:r>
            <a:r>
              <a:rPr lang="ko-KR" altLang="en-US" sz="1600" dirty="0"/>
              <a:t>버튼을 </a:t>
            </a:r>
            <a:r>
              <a:rPr lang="en-US" altLang="ko-KR" sz="1600" dirty="0"/>
              <a:t>1</a:t>
            </a:r>
            <a:r>
              <a:rPr lang="ko-KR" altLang="en-US" sz="1600" dirty="0"/>
              <a:t>개씩 생성</a:t>
            </a:r>
          </a:p>
          <a:p>
            <a:pPr lvl="2"/>
            <a:r>
              <a:rPr lang="ko-KR" altLang="en-US" sz="1600" dirty="0"/>
              <a:t>각 </a:t>
            </a:r>
            <a:r>
              <a:rPr lang="ko-KR" altLang="en-US" sz="1600" dirty="0" err="1"/>
              <a:t>위젯의</a:t>
            </a:r>
            <a:r>
              <a:rPr lang="ko-KR" altLang="en-US" sz="1600" dirty="0"/>
              <a:t> </a:t>
            </a:r>
            <a:r>
              <a:rPr lang="en-US" altLang="ko-KR" sz="1600" dirty="0"/>
              <a:t>id :</a:t>
            </a:r>
            <a:r>
              <a:rPr lang="ko-KR" altLang="en-US" sz="1600" dirty="0"/>
              <a:t> </a:t>
            </a:r>
            <a:r>
              <a:rPr lang="en-US" altLang="ko-KR" sz="1600" dirty="0"/>
              <a:t>datePicker1, </a:t>
            </a:r>
            <a:r>
              <a:rPr lang="en-US" altLang="ko-KR" sz="1600" dirty="0" err="1"/>
              <a:t>edtDiary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btnWrite</a:t>
            </a:r>
            <a:endParaRPr lang="ko-KR" altLang="en-US" sz="1600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B4BB7F5-BC6A-13D1-7202-7B39BDCE2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991" y="3124200"/>
            <a:ext cx="6290018" cy="347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365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sz="2400" dirty="0"/>
              <a:t>내장 메모리 파일 처리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8-1 </a:t>
            </a:r>
            <a:r>
              <a:rPr lang="ko-KR" altLang="en-US" dirty="0"/>
              <a:t>간단 일기장 </a:t>
            </a:r>
            <a:r>
              <a:rPr lang="ko-KR" altLang="en-US" dirty="0" err="1"/>
              <a:t>앱</a:t>
            </a:r>
            <a:r>
              <a:rPr lang="ko-KR" altLang="en-US" dirty="0"/>
              <a:t> 만들기</a:t>
            </a:r>
            <a:endParaRPr lang="en-US" altLang="ko-KR" dirty="0"/>
          </a:p>
          <a:p>
            <a:r>
              <a:rPr lang="en-US" altLang="ko-KR" sz="1600" dirty="0"/>
              <a:t>3 Java </a:t>
            </a:r>
            <a:r>
              <a:rPr lang="ko-KR" altLang="en-US" sz="1600" dirty="0"/>
              <a:t>코드 작성 및 수정</a:t>
            </a:r>
            <a:endParaRPr lang="en-US" altLang="ko-KR" dirty="0"/>
          </a:p>
          <a:p>
            <a:pPr lvl="1"/>
            <a:r>
              <a:rPr lang="en-US" altLang="ko-KR" dirty="0"/>
              <a:t>(1) </a:t>
            </a:r>
            <a:r>
              <a:rPr lang="en-US" altLang="ko-KR" dirty="0" err="1"/>
              <a:t>MainActivity</a:t>
            </a:r>
            <a:r>
              <a:rPr lang="ko-KR" altLang="en-US" dirty="0"/>
              <a:t>에 다음 내용을 </a:t>
            </a:r>
            <a:r>
              <a:rPr lang="ko-KR" altLang="en-US" dirty="0" err="1"/>
              <a:t>코딩하기</a:t>
            </a:r>
            <a:endParaRPr lang="ko-KR" altLang="en-US" dirty="0"/>
          </a:p>
          <a:p>
            <a:pPr lvl="2"/>
            <a:r>
              <a:rPr lang="en-US" altLang="ko-KR" sz="1600" dirty="0"/>
              <a:t>activity_main.xml</a:t>
            </a:r>
            <a:r>
              <a:rPr lang="ko-KR" altLang="en-US" sz="1600" dirty="0"/>
              <a:t>의 </a:t>
            </a:r>
            <a:r>
              <a:rPr lang="en-US" altLang="ko-KR" sz="1600" dirty="0"/>
              <a:t>3</a:t>
            </a:r>
            <a:r>
              <a:rPr lang="ko-KR" altLang="en-US" sz="1600" dirty="0"/>
              <a:t>개 </a:t>
            </a:r>
            <a:r>
              <a:rPr lang="ko-KR" altLang="en-US" sz="1600" dirty="0" err="1"/>
              <a:t>위젯에</a:t>
            </a:r>
            <a:r>
              <a:rPr lang="ko-KR" altLang="en-US" sz="1600" dirty="0"/>
              <a:t> 대응할 </a:t>
            </a:r>
            <a:r>
              <a:rPr lang="ko-KR" altLang="en-US" sz="1600" dirty="0" err="1"/>
              <a:t>위젯</a:t>
            </a:r>
            <a:r>
              <a:rPr lang="ko-KR" altLang="en-US" sz="1600" dirty="0"/>
              <a:t> 변수 </a:t>
            </a:r>
            <a:r>
              <a:rPr lang="en-US" altLang="ko-KR" sz="1600" dirty="0"/>
              <a:t>3</a:t>
            </a:r>
            <a:r>
              <a:rPr lang="ko-KR" altLang="en-US" sz="1600" dirty="0"/>
              <a:t>개를 선언</a:t>
            </a:r>
          </a:p>
          <a:p>
            <a:pPr lvl="2"/>
            <a:r>
              <a:rPr lang="ko-KR" altLang="en-US" sz="1600" dirty="0"/>
              <a:t>파일 이름을 지정할 문자열 변수 </a:t>
            </a:r>
            <a:r>
              <a:rPr lang="en-US" altLang="ko-KR" sz="1600" dirty="0"/>
              <a:t>1</a:t>
            </a:r>
            <a:r>
              <a:rPr lang="ko-KR" altLang="en-US" sz="1600" dirty="0"/>
              <a:t>개 → 파일 이름은 “연</a:t>
            </a:r>
            <a:r>
              <a:rPr lang="en-US" altLang="ko-KR" sz="1600" dirty="0"/>
              <a:t>_</a:t>
            </a:r>
            <a:r>
              <a:rPr lang="ko-KR" altLang="en-US" sz="1600" dirty="0"/>
              <a:t>월</a:t>
            </a:r>
            <a:r>
              <a:rPr lang="en-US" altLang="ko-KR" sz="1600" dirty="0"/>
              <a:t>_</a:t>
            </a:r>
            <a:r>
              <a:rPr lang="ko-KR" altLang="en-US" sz="1600" dirty="0"/>
              <a:t>일</a:t>
            </a:r>
            <a:r>
              <a:rPr lang="en-US" altLang="ko-KR" sz="1600" dirty="0"/>
              <a:t>.txt”</a:t>
            </a:r>
            <a:r>
              <a:rPr lang="ko-KR" altLang="en-US" sz="1600" dirty="0"/>
              <a:t>로 지정</a:t>
            </a:r>
          </a:p>
          <a:p>
            <a:pPr lvl="2"/>
            <a:r>
              <a:rPr lang="ko-KR" altLang="en-US" sz="1600" dirty="0" err="1"/>
              <a:t>위젯</a:t>
            </a:r>
            <a:r>
              <a:rPr lang="ko-KR" altLang="en-US" sz="1600" dirty="0"/>
              <a:t> 변수에 </a:t>
            </a:r>
            <a:r>
              <a:rPr lang="en-US" altLang="ko-KR" sz="1600" dirty="0"/>
              <a:t>activity_main.xml</a:t>
            </a:r>
            <a:r>
              <a:rPr lang="ko-KR" altLang="en-US" sz="1600" dirty="0"/>
              <a:t>의 </a:t>
            </a:r>
            <a:r>
              <a:rPr lang="ko-KR" altLang="en-US" sz="1600" dirty="0" err="1"/>
              <a:t>위젯</a:t>
            </a:r>
            <a:r>
              <a:rPr lang="ko-KR" altLang="en-US" sz="1600" dirty="0"/>
              <a:t> 대입</a:t>
            </a:r>
          </a:p>
          <a:p>
            <a:endParaRPr lang="en-US" altLang="ko-KR" sz="2000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7748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sz="2400" dirty="0"/>
              <a:t>내장 메모리 파일 처리</a:t>
            </a:r>
            <a:endParaRPr lang="ko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A619BFF-F454-77A1-FDA7-F93050EBDBD3}"/>
              </a:ext>
            </a:extLst>
          </p:cNvPr>
          <p:cNvGrpSpPr/>
          <p:nvPr/>
        </p:nvGrpSpPr>
        <p:grpSpPr>
          <a:xfrm>
            <a:off x="1614487" y="1624012"/>
            <a:ext cx="5915025" cy="4457700"/>
            <a:chOff x="1614487" y="1300162"/>
            <a:chExt cx="5915025" cy="445770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D07F8FE-8AAE-66F2-776F-0805E52519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14487" y="1300162"/>
              <a:ext cx="5915025" cy="2657475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E28F57D7-87EC-57CB-E629-0BD8DBAB3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14487" y="3957637"/>
              <a:ext cx="5915025" cy="18002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67758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sz="2400" dirty="0"/>
              <a:t>내장 메모리 파일 처리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8-1 </a:t>
            </a:r>
            <a:r>
              <a:rPr lang="ko-KR" altLang="en-US" dirty="0"/>
              <a:t>간단 일기장 </a:t>
            </a:r>
            <a:r>
              <a:rPr lang="ko-KR" altLang="en-US" dirty="0" err="1"/>
              <a:t>앱</a:t>
            </a:r>
            <a:r>
              <a:rPr lang="ko-KR" altLang="en-US" dirty="0"/>
              <a:t> 만들기</a:t>
            </a:r>
            <a:endParaRPr lang="en-US" altLang="ko-KR" dirty="0"/>
          </a:p>
          <a:p>
            <a:r>
              <a:rPr lang="en-US" altLang="ko-KR" sz="1600" dirty="0"/>
              <a:t>3 Java </a:t>
            </a:r>
            <a:r>
              <a:rPr lang="ko-KR" altLang="en-US" sz="1600" dirty="0"/>
              <a:t>코드 작성 및 수정</a:t>
            </a:r>
            <a:endParaRPr lang="en-US" altLang="ko-KR" dirty="0"/>
          </a:p>
          <a:p>
            <a:pPr lvl="1"/>
            <a:r>
              <a:rPr lang="en-US" altLang="ko-KR" dirty="0"/>
              <a:t>(2) Calendar </a:t>
            </a:r>
            <a:r>
              <a:rPr lang="ko-KR" altLang="en-US" dirty="0"/>
              <a:t>클래스를 이용해 현재 날짜의 연</a:t>
            </a:r>
            <a:r>
              <a:rPr lang="en-US" altLang="ko-KR" dirty="0"/>
              <a:t>/</a:t>
            </a:r>
            <a:r>
              <a:rPr lang="ko-KR" altLang="en-US" dirty="0"/>
              <a:t>월</a:t>
            </a:r>
            <a:r>
              <a:rPr lang="en-US" altLang="ko-KR" dirty="0"/>
              <a:t>/</a:t>
            </a:r>
            <a:r>
              <a:rPr lang="ko-KR" altLang="en-US" dirty="0"/>
              <a:t>일을 구한 후에 </a:t>
            </a:r>
            <a:r>
              <a:rPr lang="ko-KR" altLang="en-US" dirty="0" err="1"/>
              <a:t>데이트피커</a:t>
            </a:r>
            <a:r>
              <a:rPr lang="ko-KR" altLang="en-US" dirty="0"/>
              <a:t> 초기화</a:t>
            </a:r>
          </a:p>
          <a:p>
            <a:pPr lvl="1"/>
            <a:r>
              <a:rPr lang="en-US" altLang="ko-KR" dirty="0"/>
              <a:t>(3) </a:t>
            </a:r>
            <a:r>
              <a:rPr lang="ko-KR" altLang="en-US" dirty="0" err="1"/>
              <a:t>데이트피커의</a:t>
            </a:r>
            <a:r>
              <a:rPr lang="ko-KR" altLang="en-US" dirty="0"/>
              <a:t> 날짜가 변경되면 변경된 날짜에 해당하는 일기 파일</a:t>
            </a:r>
            <a:r>
              <a:rPr lang="en-US" altLang="ko-KR" dirty="0"/>
              <a:t>(</a:t>
            </a:r>
            <a:r>
              <a:rPr lang="ko-KR" altLang="en-US" dirty="0"/>
              <a:t>연</a:t>
            </a:r>
            <a:r>
              <a:rPr lang="en-US" altLang="ko-KR" dirty="0"/>
              <a:t>_</a:t>
            </a:r>
            <a:r>
              <a:rPr lang="ko-KR" altLang="en-US" dirty="0"/>
              <a:t>월</a:t>
            </a:r>
            <a:r>
              <a:rPr lang="en-US" altLang="ko-KR" dirty="0"/>
              <a:t>_</a:t>
            </a:r>
            <a:r>
              <a:rPr lang="ko-KR" altLang="en-US" dirty="0"/>
              <a:t>일</a:t>
            </a:r>
            <a:r>
              <a:rPr lang="en-US" altLang="ko-KR" dirty="0"/>
              <a:t>.txt)</a:t>
            </a:r>
            <a:r>
              <a:rPr lang="ko-KR" altLang="en-US" dirty="0"/>
              <a:t>의 내용을 </a:t>
            </a:r>
            <a:r>
              <a:rPr lang="ko-KR" altLang="en-US" dirty="0" err="1"/>
              <a:t>에디트텍스트에</a:t>
            </a:r>
            <a:r>
              <a:rPr lang="ko-KR" altLang="en-US" dirty="0"/>
              <a:t> 보여줌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6695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sz="2400" dirty="0"/>
              <a:t>내장 메모리 파일 처리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0E55C28-C646-2BB4-645E-CA7D5FD9E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116" y="1000125"/>
            <a:ext cx="5645768" cy="5673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789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sz="2400" dirty="0"/>
              <a:t>내장 메모리 파일 처리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9551" y="1196752"/>
            <a:ext cx="8442524" cy="5400600"/>
          </a:xfrm>
        </p:spPr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8-1 </a:t>
            </a:r>
            <a:r>
              <a:rPr lang="ko-KR" altLang="en-US" dirty="0"/>
              <a:t>간단 일기장 </a:t>
            </a:r>
            <a:r>
              <a:rPr lang="ko-KR" altLang="en-US" dirty="0" err="1"/>
              <a:t>앱</a:t>
            </a:r>
            <a:r>
              <a:rPr lang="ko-KR" altLang="en-US" dirty="0"/>
              <a:t> 만들기</a:t>
            </a:r>
            <a:endParaRPr lang="en-US" altLang="ko-KR" dirty="0"/>
          </a:p>
          <a:p>
            <a:r>
              <a:rPr lang="en-US" altLang="ko-KR" sz="1600" dirty="0"/>
              <a:t>3 Java </a:t>
            </a:r>
            <a:r>
              <a:rPr lang="ko-KR" altLang="en-US" sz="1600" dirty="0"/>
              <a:t>코드 작성 및 수정</a:t>
            </a:r>
            <a:endParaRPr lang="en-US" altLang="ko-KR" dirty="0"/>
          </a:p>
          <a:p>
            <a:pPr lvl="1"/>
            <a:r>
              <a:rPr lang="en-US" altLang="ko-KR" dirty="0"/>
              <a:t>(4) </a:t>
            </a:r>
            <a:r>
              <a:rPr lang="ko-KR" altLang="en-US" dirty="0"/>
              <a:t>현재 날짜 파일</a:t>
            </a:r>
            <a:r>
              <a:rPr lang="en-US" altLang="ko-KR" dirty="0"/>
              <a:t>(</a:t>
            </a:r>
            <a:r>
              <a:rPr lang="ko-KR" altLang="en-US" dirty="0"/>
              <a:t>연</a:t>
            </a:r>
            <a:r>
              <a:rPr lang="en-US" altLang="ko-KR" dirty="0"/>
              <a:t>_</a:t>
            </a:r>
            <a:r>
              <a:rPr lang="ko-KR" altLang="en-US" dirty="0"/>
              <a:t>월</a:t>
            </a:r>
            <a:r>
              <a:rPr lang="en-US" altLang="ko-KR" dirty="0"/>
              <a:t>_</a:t>
            </a:r>
            <a:r>
              <a:rPr lang="ko-KR" altLang="en-US" dirty="0"/>
              <a:t>일</a:t>
            </a:r>
            <a:r>
              <a:rPr lang="en-US" altLang="ko-KR" dirty="0"/>
              <a:t>.txt)</a:t>
            </a:r>
            <a:r>
              <a:rPr lang="ko-KR" altLang="en-US" dirty="0"/>
              <a:t>을 읽어 일기 내용을 반환하는 </a:t>
            </a:r>
            <a:r>
              <a:rPr lang="en-US" altLang="ko-KR" dirty="0" err="1"/>
              <a:t>readDiary</a:t>
            </a:r>
            <a:r>
              <a:rPr lang="en-US" altLang="ko-KR" dirty="0"/>
              <a:t>( ) </a:t>
            </a:r>
            <a:r>
              <a:rPr lang="ko-KR" altLang="en-US" dirty="0" err="1"/>
              <a:t>메소드</a:t>
            </a:r>
            <a:r>
              <a:rPr lang="ko-KR" altLang="en-US" dirty="0"/>
              <a:t> 완성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E16EDE7-651B-9825-B1FA-4A4E9DFC1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487" y="2571750"/>
            <a:ext cx="5915025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676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sz="2400" dirty="0"/>
              <a:t>내장 메모리 파일 처리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9551" y="1196752"/>
            <a:ext cx="8442524" cy="5400600"/>
          </a:xfrm>
        </p:spPr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8-1 </a:t>
            </a:r>
            <a:r>
              <a:rPr lang="ko-KR" altLang="en-US" dirty="0"/>
              <a:t>간단 일기장 </a:t>
            </a:r>
            <a:r>
              <a:rPr lang="ko-KR" altLang="en-US" dirty="0" err="1"/>
              <a:t>앱</a:t>
            </a:r>
            <a:r>
              <a:rPr lang="ko-KR" altLang="en-US" dirty="0"/>
              <a:t> 만들기</a:t>
            </a:r>
            <a:endParaRPr lang="en-US" altLang="ko-KR" dirty="0"/>
          </a:p>
          <a:p>
            <a:r>
              <a:rPr lang="en-US" altLang="ko-KR" sz="1600" dirty="0"/>
              <a:t>3 Java </a:t>
            </a:r>
            <a:r>
              <a:rPr lang="ko-KR" altLang="en-US" sz="1600" dirty="0"/>
              <a:t>코드 작성 및 수정</a:t>
            </a:r>
            <a:endParaRPr lang="en-US" altLang="ko-KR" dirty="0"/>
          </a:p>
          <a:p>
            <a:pPr lvl="1"/>
            <a:r>
              <a:rPr lang="en-US" altLang="ko-KR" dirty="0"/>
              <a:t>(5) </a:t>
            </a:r>
            <a:r>
              <a:rPr lang="ko-KR" altLang="en-US" dirty="0"/>
              <a:t>맨 아래 버튼을 클릭했을 때 동작하는 내용을 </a:t>
            </a:r>
            <a:r>
              <a:rPr lang="en-US" altLang="ko-KR" dirty="0" err="1"/>
              <a:t>onCreate</a:t>
            </a:r>
            <a:r>
              <a:rPr lang="en-US" altLang="ko-KR" dirty="0"/>
              <a:t>( ) </a:t>
            </a:r>
            <a:r>
              <a:rPr lang="ko-KR" altLang="en-US" dirty="0"/>
              <a:t>내부에 완성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5B70C20-1406-4F67-94D7-2AD55CFB6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487" y="2638425"/>
            <a:ext cx="5915025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122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내장 메모리 파일 처리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8-1 </a:t>
            </a:r>
            <a:r>
              <a:rPr lang="ko-KR" altLang="en-US" dirty="0"/>
              <a:t>간단 일기장 </a:t>
            </a:r>
            <a:r>
              <a:rPr lang="ko-KR" altLang="en-US" dirty="0" err="1"/>
              <a:t>앱</a:t>
            </a:r>
            <a:r>
              <a:rPr lang="ko-KR" altLang="en-US" dirty="0"/>
              <a:t> 만들기</a:t>
            </a:r>
            <a:endParaRPr lang="en-US" altLang="ko-KR" dirty="0"/>
          </a:p>
          <a:p>
            <a:r>
              <a:rPr lang="en-US" altLang="ko-KR" sz="1600" dirty="0"/>
              <a:t>4 </a:t>
            </a:r>
            <a:r>
              <a:rPr lang="ko-KR" altLang="en-US" sz="1600" dirty="0"/>
              <a:t>프로젝트 실행 및 결과 확인</a:t>
            </a:r>
            <a:endParaRPr lang="en-US" altLang="ko-KR" sz="1600" dirty="0"/>
          </a:p>
          <a:p>
            <a:pPr lvl="1"/>
            <a:r>
              <a:rPr lang="en-US" altLang="ko-KR" b="0" dirty="0"/>
              <a:t>(1) </a:t>
            </a:r>
            <a:r>
              <a:rPr lang="ko-KR" altLang="en-US" b="0" dirty="0"/>
              <a:t>완성된 코드를 실행하여</a:t>
            </a:r>
            <a:r>
              <a:rPr lang="en-US" altLang="ko-KR" b="0" dirty="0"/>
              <a:t> </a:t>
            </a:r>
            <a:r>
              <a:rPr lang="ko-KR" altLang="en-US" b="0" dirty="0"/>
              <a:t>선택한 날짜에 쓴 일기가 있다면 일기 내용이 보이고 버튼이 </a:t>
            </a:r>
            <a:r>
              <a:rPr lang="en-US" altLang="ko-KR" b="0" dirty="0"/>
              <a:t>&lt;</a:t>
            </a:r>
            <a:r>
              <a:rPr lang="ko-KR" altLang="en-US" b="0" dirty="0"/>
              <a:t>수정하기</a:t>
            </a:r>
            <a:r>
              <a:rPr lang="en-US" altLang="ko-KR" b="0" dirty="0"/>
              <a:t>&gt;</a:t>
            </a:r>
            <a:r>
              <a:rPr lang="ko-KR" altLang="en-US" b="0" dirty="0"/>
              <a:t>로 바뀜</a:t>
            </a:r>
            <a:r>
              <a:rPr lang="en-US" altLang="ko-KR" b="0" dirty="0"/>
              <a:t> </a:t>
            </a:r>
          </a:p>
          <a:p>
            <a:pPr lvl="1"/>
            <a:r>
              <a:rPr lang="en-US" altLang="ko-KR" b="0" dirty="0"/>
              <a:t>(2) </a:t>
            </a:r>
            <a:r>
              <a:rPr lang="ko-KR" altLang="en-US" b="0" dirty="0"/>
              <a:t>선택한 날짜의 일기가 없다면 </a:t>
            </a:r>
            <a:r>
              <a:rPr lang="ko-KR" altLang="en-US" b="0" dirty="0" err="1"/>
              <a:t>에디트텍스트에</a:t>
            </a:r>
            <a:r>
              <a:rPr lang="ko-KR" altLang="en-US" b="0" dirty="0"/>
              <a:t> ‘일기 없음’ 힌트가 보이고 버튼이 </a:t>
            </a:r>
            <a:r>
              <a:rPr lang="en-US" altLang="ko-KR" b="0" dirty="0"/>
              <a:t>&lt;</a:t>
            </a:r>
            <a:r>
              <a:rPr lang="ko-KR" altLang="en-US" b="0" dirty="0"/>
              <a:t>새로 저장</a:t>
            </a:r>
            <a:r>
              <a:rPr lang="en-US" altLang="ko-KR" b="0" dirty="0"/>
              <a:t>&gt;</a:t>
            </a:r>
            <a:r>
              <a:rPr lang="ko-KR" altLang="en-US" b="0" dirty="0"/>
              <a:t>으로 바뀜</a:t>
            </a:r>
            <a:r>
              <a:rPr lang="en-US" altLang="ko-KR" b="0" dirty="0"/>
              <a:t> </a:t>
            </a:r>
          </a:p>
          <a:p>
            <a:pPr lvl="1"/>
            <a:r>
              <a:rPr lang="en-US" altLang="ko-KR" dirty="0"/>
              <a:t>(3) </a:t>
            </a:r>
            <a:r>
              <a:rPr lang="ko-KR" altLang="en-US" b="0" dirty="0"/>
              <a:t>몇몇 날짜에 일기를 쓰고 저장하기</a:t>
            </a:r>
            <a:r>
              <a:rPr lang="en-US" altLang="ko-KR" b="0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3541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액티비티와</a:t>
            </a:r>
            <a:r>
              <a:rPr lang="ko-KR" altLang="en-US" dirty="0"/>
              <a:t> </a:t>
            </a:r>
            <a:r>
              <a:rPr lang="ko-KR" altLang="en-US" dirty="0" err="1"/>
              <a:t>인텐트의</a:t>
            </a:r>
            <a:r>
              <a:rPr lang="ko-KR" altLang="en-US" dirty="0"/>
              <a:t> 기본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1815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sz="2400" dirty="0" err="1"/>
              <a:t>안드로이드의</a:t>
            </a:r>
            <a:r>
              <a:rPr lang="ko-KR" altLang="en-US" sz="2400" dirty="0"/>
              <a:t> </a:t>
            </a:r>
            <a:r>
              <a:rPr lang="en-US" altLang="ko-KR" sz="2400" dirty="0"/>
              <a:t>4</a:t>
            </a:r>
            <a:r>
              <a:rPr lang="ko-KR" altLang="en-US" sz="2400" dirty="0"/>
              <a:t>대 컴포넌트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b="1" dirty="0" err="1"/>
              <a:t>액티비티</a:t>
            </a:r>
            <a:r>
              <a:rPr lang="en-US" altLang="ko-KR" b="1" dirty="0"/>
              <a:t>(Activity) </a:t>
            </a:r>
            <a:endParaRPr lang="en-US" altLang="ko-KR" dirty="0"/>
          </a:p>
          <a:p>
            <a:pPr lvl="1"/>
            <a:r>
              <a:rPr lang="ko-KR" altLang="en-US" dirty="0"/>
              <a:t>화면을 구성하는 가장 기본적인 컴포넌트</a:t>
            </a:r>
            <a:endParaRPr lang="en-US" altLang="ko-KR" dirty="0"/>
          </a:p>
          <a:p>
            <a:pPr lvl="1"/>
            <a:endParaRPr lang="ko-KR" altLang="en-US" dirty="0"/>
          </a:p>
          <a:p>
            <a:r>
              <a:rPr lang="ko-KR" altLang="en-US" b="1" dirty="0"/>
              <a:t>서비스</a:t>
            </a:r>
            <a:r>
              <a:rPr lang="en-US" altLang="ko-KR" b="1" dirty="0"/>
              <a:t>(Service)</a:t>
            </a:r>
          </a:p>
          <a:p>
            <a:pPr lvl="1"/>
            <a:r>
              <a:rPr lang="ko-KR" altLang="en-US" dirty="0" err="1"/>
              <a:t>액티비티와</a:t>
            </a:r>
            <a:r>
              <a:rPr lang="ko-KR" altLang="en-US" dirty="0"/>
              <a:t> 상관없이 백그라운드에서 동작하는 컴포넌트</a:t>
            </a:r>
            <a:endParaRPr lang="en-US" altLang="ko-KR" dirty="0"/>
          </a:p>
          <a:p>
            <a:pPr lvl="1"/>
            <a:endParaRPr lang="ko-KR" altLang="en-US" dirty="0"/>
          </a:p>
          <a:p>
            <a:endParaRPr lang="ko-KR" altLang="en-US" dirty="0"/>
          </a:p>
          <a:p>
            <a:pPr lvl="1"/>
            <a:endParaRPr lang="ko-KR" altLang="en-US" dirty="0"/>
          </a:p>
          <a:p>
            <a:r>
              <a:rPr lang="ko-KR" altLang="en-US" b="1" dirty="0" err="1"/>
              <a:t>브로드캐스트</a:t>
            </a:r>
            <a:r>
              <a:rPr lang="ko-KR" altLang="en-US" b="1" dirty="0"/>
              <a:t> 리시버</a:t>
            </a:r>
            <a:r>
              <a:rPr lang="en-US" altLang="ko-KR" b="1" dirty="0"/>
              <a:t>(Broadcast Receiver)</a:t>
            </a:r>
            <a:endParaRPr lang="en-US" altLang="ko-KR" dirty="0"/>
          </a:p>
          <a:p>
            <a:pPr lvl="1"/>
            <a:r>
              <a:rPr lang="ko-KR" altLang="en-US" dirty="0"/>
              <a:t>문자 메시지 도착</a:t>
            </a:r>
            <a:r>
              <a:rPr lang="en-US" altLang="ko-KR" dirty="0"/>
              <a:t>, </a:t>
            </a:r>
            <a:r>
              <a:rPr lang="ko-KR" altLang="en-US" dirty="0"/>
              <a:t>배터리 방전</a:t>
            </a:r>
            <a:r>
              <a:rPr lang="en-US" altLang="ko-KR" dirty="0"/>
              <a:t>, SD </a:t>
            </a:r>
            <a:r>
              <a:rPr lang="ko-KR" altLang="en-US" dirty="0"/>
              <a:t>카드 </a:t>
            </a:r>
            <a:r>
              <a:rPr lang="ko-KR" altLang="en-US" dirty="0" err="1"/>
              <a:t>탈부착</a:t>
            </a:r>
            <a:r>
              <a:rPr lang="en-US" altLang="ko-KR" dirty="0"/>
              <a:t>, </a:t>
            </a:r>
            <a:r>
              <a:rPr lang="ko-KR" altLang="en-US" dirty="0"/>
              <a:t>네트워크 환경 변화 등이 발생하면 전체 응용프로그램이 들을 수 있도록 방송 신호 보냄 </a:t>
            </a:r>
            <a:r>
              <a:rPr lang="en-US" altLang="ko-KR" dirty="0"/>
              <a:t>(14</a:t>
            </a:r>
            <a:r>
              <a:rPr lang="ko-KR" altLang="en-US" dirty="0"/>
              <a:t>장에서 더 자세히 다룰 예정</a:t>
            </a:r>
            <a:r>
              <a:rPr lang="en-US" altLang="ko-KR" dirty="0"/>
              <a:t>)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5767F3A-DD60-7988-222F-8A335621E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475" y="3243262"/>
            <a:ext cx="6115050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837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sz="2400" dirty="0" err="1"/>
              <a:t>안드로이드의</a:t>
            </a:r>
            <a:r>
              <a:rPr lang="ko-KR" altLang="en-US" sz="2400" dirty="0"/>
              <a:t> </a:t>
            </a:r>
            <a:r>
              <a:rPr lang="en-US" altLang="ko-KR" sz="2400" dirty="0"/>
              <a:t>4</a:t>
            </a:r>
            <a:r>
              <a:rPr lang="ko-KR" altLang="en-US" sz="2400" dirty="0"/>
              <a:t>대 컴포넌트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b="1" dirty="0"/>
              <a:t>콘텐트 </a:t>
            </a:r>
            <a:r>
              <a:rPr lang="ko-KR" altLang="en-US" b="1" dirty="0" err="1"/>
              <a:t>프로바이더</a:t>
            </a:r>
            <a:r>
              <a:rPr lang="en-US" altLang="ko-KR" b="1" dirty="0"/>
              <a:t>(Content Provider)</a:t>
            </a:r>
          </a:p>
          <a:p>
            <a:pPr lvl="1"/>
            <a:r>
              <a:rPr lang="ko-KR" altLang="en-US" dirty="0"/>
              <a:t>응용프로그램 사이에 데이터를 상호 공유하기 위한 컴포넌트</a:t>
            </a:r>
          </a:p>
          <a:p>
            <a:pPr lvl="1"/>
            <a:r>
              <a:rPr lang="ko-KR" altLang="en-US" dirty="0"/>
              <a:t>콘텐트 </a:t>
            </a:r>
            <a:r>
              <a:rPr lang="ko-KR" altLang="en-US" dirty="0" err="1"/>
              <a:t>프로바이더의</a:t>
            </a:r>
            <a:r>
              <a:rPr lang="ko-KR" altLang="en-US" dirty="0"/>
              <a:t> 정보를 제공하는 방법으로는 </a:t>
            </a:r>
            <a:r>
              <a:rPr lang="en-US" altLang="ko-KR" b="1" dirty="0"/>
              <a:t>URI(Uniform Resource Identifier)</a:t>
            </a:r>
            <a:r>
              <a:rPr lang="ko-KR" altLang="en-US" dirty="0"/>
              <a:t>가 있음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7B13695-375E-322E-FF79-A790954A6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112" y="2852737"/>
            <a:ext cx="6581775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9881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sz="2400" dirty="0" err="1"/>
              <a:t>액티비티의</a:t>
            </a:r>
            <a:r>
              <a:rPr lang="ko-KR" altLang="en-US" sz="2400" dirty="0"/>
              <a:t> 개요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 err="1"/>
              <a:t>액티비티</a:t>
            </a:r>
            <a:r>
              <a:rPr lang="ko-KR" altLang="en-US" dirty="0"/>
              <a:t> 추가 </a:t>
            </a:r>
          </a:p>
          <a:p>
            <a:pPr lvl="1"/>
            <a:r>
              <a:rPr lang="ko-KR" altLang="en-US" dirty="0"/>
              <a:t>일반적으로 </a:t>
            </a:r>
            <a:r>
              <a:rPr lang="ko-KR" altLang="en-US" dirty="0" err="1"/>
              <a:t>액티비티</a:t>
            </a:r>
            <a:r>
              <a:rPr lang="ko-KR" altLang="en-US" dirty="0"/>
              <a:t> 하나당 </a:t>
            </a:r>
            <a:r>
              <a:rPr lang="en-US" altLang="ko-KR" dirty="0"/>
              <a:t>XML </a:t>
            </a:r>
            <a:r>
              <a:rPr lang="ko-KR" altLang="en-US" dirty="0"/>
              <a:t>파일 하나를 만들어서 사용</a:t>
            </a:r>
          </a:p>
          <a:p>
            <a:pPr lvl="1"/>
            <a:r>
              <a:rPr lang="en-US" altLang="ko-KR" dirty="0"/>
              <a:t>MainActivity.java </a:t>
            </a:r>
            <a:r>
              <a:rPr lang="ko-KR" altLang="en-US" dirty="0"/>
              <a:t>코드는 </a:t>
            </a:r>
            <a:r>
              <a:rPr lang="en-US" altLang="ko-KR" dirty="0"/>
              <a:t>Activity </a:t>
            </a:r>
            <a:r>
              <a:rPr lang="ko-KR" altLang="en-US" dirty="0"/>
              <a:t>클래스를 상속받으므로 </a:t>
            </a:r>
            <a:r>
              <a:rPr lang="en-US" altLang="ko-KR" dirty="0"/>
              <a:t>MainActivity.java</a:t>
            </a:r>
            <a:r>
              <a:rPr lang="ko-KR" altLang="en-US" dirty="0"/>
              <a:t>를 </a:t>
            </a:r>
            <a:r>
              <a:rPr lang="ko-KR" altLang="en-US" dirty="0" err="1"/>
              <a:t>액티비티라고</a:t>
            </a:r>
            <a:r>
              <a:rPr lang="ko-KR" altLang="en-US" dirty="0"/>
              <a:t> 부름</a:t>
            </a:r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2C1C922-0289-BA17-5A66-56F617769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950" y="2905125"/>
            <a:ext cx="6134100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729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sz="2400" dirty="0" err="1"/>
              <a:t>액티비티의</a:t>
            </a:r>
            <a:r>
              <a:rPr lang="ko-KR" altLang="en-US" sz="2400" dirty="0"/>
              <a:t> 개요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10-1 </a:t>
            </a:r>
            <a:r>
              <a:rPr lang="ko-KR" altLang="en-US" dirty="0"/>
              <a:t>새로운 </a:t>
            </a:r>
            <a:r>
              <a:rPr lang="ko-KR" altLang="en-US" dirty="0" err="1"/>
              <a:t>액티비티</a:t>
            </a:r>
            <a:r>
              <a:rPr lang="ko-KR" altLang="en-US" dirty="0"/>
              <a:t> 추가하기</a:t>
            </a:r>
            <a:endParaRPr lang="en-US" altLang="ko-KR" dirty="0"/>
          </a:p>
          <a:p>
            <a:r>
              <a:rPr lang="en-US" altLang="ko-KR" sz="1600" dirty="0"/>
              <a:t>1 </a:t>
            </a:r>
            <a:r>
              <a:rPr lang="ko-KR" altLang="en-US" sz="1600" dirty="0" err="1"/>
              <a:t>안드로이드</a:t>
            </a:r>
            <a:r>
              <a:rPr lang="ko-KR" altLang="en-US" sz="1600" dirty="0"/>
              <a:t> 프로젝트 생성</a:t>
            </a:r>
          </a:p>
          <a:p>
            <a:pPr lvl="1"/>
            <a:r>
              <a:rPr lang="en-US" altLang="ko-KR" dirty="0"/>
              <a:t>(1) </a:t>
            </a:r>
            <a:r>
              <a:rPr lang="ko-KR" altLang="en-US" dirty="0"/>
              <a:t>프로젝트 이름 </a:t>
            </a:r>
            <a:r>
              <a:rPr lang="en-US" altLang="ko-KR" dirty="0"/>
              <a:t>: Project10_1</a:t>
            </a:r>
          </a:p>
          <a:p>
            <a:pPr lvl="1"/>
            <a:r>
              <a:rPr lang="en-US" altLang="ko-KR" dirty="0"/>
              <a:t>(2) </a:t>
            </a:r>
            <a:r>
              <a:rPr lang="ko-KR" altLang="en-US" dirty="0"/>
              <a:t>패키지 이름 </a:t>
            </a:r>
            <a:r>
              <a:rPr lang="en-US" altLang="ko-KR" dirty="0"/>
              <a:t>: com.cookandroid.project10_1</a:t>
            </a:r>
          </a:p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0F6D5D8-85C9-A06F-7331-6FEACCA7C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181" y="2780220"/>
            <a:ext cx="4719638" cy="3893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5123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sz="2400" dirty="0" err="1"/>
              <a:t>액티비티의</a:t>
            </a:r>
            <a:r>
              <a:rPr lang="ko-KR" altLang="en-US" sz="2400" dirty="0"/>
              <a:t> 개요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10-1 </a:t>
            </a:r>
            <a:r>
              <a:rPr lang="ko-KR" altLang="en-US" dirty="0"/>
              <a:t>새로운 </a:t>
            </a:r>
            <a:r>
              <a:rPr lang="ko-KR" altLang="en-US" dirty="0" err="1"/>
              <a:t>액티비티</a:t>
            </a:r>
            <a:r>
              <a:rPr lang="ko-KR" altLang="en-US" dirty="0"/>
              <a:t> 추가하기</a:t>
            </a:r>
            <a:endParaRPr lang="en-US" altLang="ko-KR" dirty="0"/>
          </a:p>
          <a:p>
            <a:r>
              <a:rPr lang="en-US" altLang="ko-KR" sz="1600" dirty="0"/>
              <a:t>2 </a:t>
            </a:r>
            <a:r>
              <a:rPr lang="ko-KR" altLang="en-US" sz="1600" dirty="0"/>
              <a:t>화면 디자인 및 편집</a:t>
            </a:r>
          </a:p>
          <a:p>
            <a:pPr lvl="1"/>
            <a:r>
              <a:rPr lang="en-US" altLang="ko-KR" dirty="0"/>
              <a:t>(1) activity_main.xml</a:t>
            </a:r>
            <a:r>
              <a:rPr lang="ko-KR" altLang="en-US" dirty="0"/>
              <a:t>에 클릭하면 다른 </a:t>
            </a:r>
            <a:r>
              <a:rPr lang="ko-KR" altLang="en-US" dirty="0" err="1"/>
              <a:t>액티비티가</a:t>
            </a:r>
            <a:r>
              <a:rPr lang="ko-KR" altLang="en-US" dirty="0"/>
              <a:t> 나오게 하는 버튼을 하나 만들기</a:t>
            </a:r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D5A4025-6EF3-47CB-F0AF-B9E638407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487" y="2624137"/>
            <a:ext cx="5915025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8427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sz="2400" dirty="0" err="1"/>
              <a:t>액티비티의</a:t>
            </a:r>
            <a:r>
              <a:rPr lang="ko-KR" altLang="en-US" sz="2400" dirty="0"/>
              <a:t> 개요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10-1 </a:t>
            </a:r>
            <a:r>
              <a:rPr lang="ko-KR" altLang="en-US" dirty="0"/>
              <a:t>새로운 </a:t>
            </a:r>
            <a:r>
              <a:rPr lang="ko-KR" altLang="en-US" dirty="0" err="1"/>
              <a:t>액티비티</a:t>
            </a:r>
            <a:r>
              <a:rPr lang="ko-KR" altLang="en-US" dirty="0"/>
              <a:t> 추가하기</a:t>
            </a:r>
            <a:endParaRPr lang="en-US" altLang="ko-KR" dirty="0"/>
          </a:p>
          <a:p>
            <a:r>
              <a:rPr lang="en-US" altLang="ko-KR" sz="1600" dirty="0"/>
              <a:t>2 </a:t>
            </a:r>
            <a:r>
              <a:rPr lang="ko-KR" altLang="en-US" sz="1600" dirty="0"/>
              <a:t>화면 디자인 및 편집</a:t>
            </a:r>
          </a:p>
          <a:p>
            <a:pPr lvl="1"/>
            <a:r>
              <a:rPr lang="en-US" altLang="ko-KR" dirty="0"/>
              <a:t>(2) </a:t>
            </a:r>
            <a:r>
              <a:rPr lang="ko-KR" altLang="en-US" dirty="0"/>
              <a:t>새로운 </a:t>
            </a:r>
            <a:r>
              <a:rPr lang="ko-KR" altLang="en-US" dirty="0" err="1"/>
              <a:t>액티비티에서</a:t>
            </a:r>
            <a:r>
              <a:rPr lang="ko-KR" altLang="en-US" dirty="0"/>
              <a:t> 사용할 </a:t>
            </a:r>
            <a:r>
              <a:rPr lang="en-US" altLang="ko-KR" dirty="0"/>
              <a:t>second.xml</a:t>
            </a:r>
            <a:r>
              <a:rPr lang="ko-KR" altLang="en-US" dirty="0"/>
              <a:t>을 만들기</a:t>
            </a:r>
            <a:endParaRPr lang="en-US" altLang="ko-KR" dirty="0"/>
          </a:p>
          <a:p>
            <a:pPr lvl="1"/>
            <a:r>
              <a:rPr lang="en-US" altLang="ko-KR" dirty="0"/>
              <a:t>(3)</a:t>
            </a:r>
            <a:r>
              <a:rPr lang="ko-KR" altLang="en-US" dirty="0"/>
              <a:t> 배경색을 바꾸고 </a:t>
            </a:r>
            <a:r>
              <a:rPr lang="en-US" altLang="ko-KR" dirty="0"/>
              <a:t>&lt;</a:t>
            </a:r>
            <a:r>
              <a:rPr lang="ko-KR" altLang="en-US" dirty="0"/>
              <a:t>돌아가기</a:t>
            </a:r>
            <a:r>
              <a:rPr lang="en-US" altLang="ko-KR" dirty="0"/>
              <a:t>&gt; </a:t>
            </a:r>
            <a:r>
              <a:rPr lang="ko-KR" altLang="en-US" dirty="0"/>
              <a:t>버튼을 하나만 추가하기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9DAEA7B-451C-7759-D72B-0815DAE06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2987414"/>
            <a:ext cx="5905500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7668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sz="2400" dirty="0" err="1"/>
              <a:t>액티비티의</a:t>
            </a:r>
            <a:r>
              <a:rPr lang="ko-KR" altLang="en-US" sz="2400" dirty="0"/>
              <a:t> 개요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10-1 </a:t>
            </a:r>
            <a:r>
              <a:rPr lang="ko-KR" altLang="en-US" dirty="0"/>
              <a:t>새로운 </a:t>
            </a:r>
            <a:r>
              <a:rPr lang="ko-KR" altLang="en-US" dirty="0" err="1"/>
              <a:t>액티비티</a:t>
            </a:r>
            <a:r>
              <a:rPr lang="ko-KR" altLang="en-US" dirty="0"/>
              <a:t> 추가하기</a:t>
            </a:r>
            <a:endParaRPr lang="en-US" altLang="ko-KR" dirty="0"/>
          </a:p>
          <a:p>
            <a:r>
              <a:rPr lang="en-US" altLang="ko-KR" sz="1600" dirty="0"/>
              <a:t>3 Java </a:t>
            </a:r>
            <a:r>
              <a:rPr lang="ko-KR" altLang="en-US" sz="1600" dirty="0"/>
              <a:t>코드 작성 및 수정</a:t>
            </a:r>
            <a:endParaRPr lang="ko-KR" altLang="en-US" dirty="0"/>
          </a:p>
          <a:p>
            <a:pPr lvl="1"/>
            <a:r>
              <a:rPr lang="en-US" altLang="ko-KR" dirty="0"/>
              <a:t>(1) </a:t>
            </a:r>
            <a:r>
              <a:rPr lang="ko-KR" altLang="en-US" dirty="0"/>
              <a:t>새로운 </a:t>
            </a:r>
            <a:r>
              <a:rPr lang="ko-KR" altLang="en-US" dirty="0" err="1"/>
              <a:t>액티비티인</a:t>
            </a:r>
            <a:r>
              <a:rPr lang="ko-KR" altLang="en-US" dirty="0"/>
              <a:t> </a:t>
            </a:r>
            <a:r>
              <a:rPr lang="en-US" altLang="ko-KR" dirty="0"/>
              <a:t>SecondActivity.java </a:t>
            </a:r>
            <a:r>
              <a:rPr lang="ko-KR" altLang="en-US" dirty="0"/>
              <a:t>파일을 만들기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5F78AE3-44AC-BE78-A0E6-5EF7DF9B7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587" y="2590648"/>
            <a:ext cx="6908825" cy="295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5906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sz="2400" dirty="0" err="1"/>
              <a:t>액티비티의</a:t>
            </a:r>
            <a:r>
              <a:rPr lang="ko-KR" altLang="en-US" sz="2400" dirty="0"/>
              <a:t> 개요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10-1 </a:t>
            </a:r>
            <a:r>
              <a:rPr lang="ko-KR" altLang="en-US" dirty="0"/>
              <a:t>새로운 </a:t>
            </a:r>
            <a:r>
              <a:rPr lang="ko-KR" altLang="en-US" dirty="0" err="1"/>
              <a:t>액티비티</a:t>
            </a:r>
            <a:r>
              <a:rPr lang="ko-KR" altLang="en-US" dirty="0"/>
              <a:t> 추가하기</a:t>
            </a:r>
            <a:endParaRPr lang="en-US" altLang="ko-KR" dirty="0"/>
          </a:p>
          <a:p>
            <a:r>
              <a:rPr lang="en-US" altLang="ko-KR" sz="1600" dirty="0"/>
              <a:t>3 Java </a:t>
            </a:r>
            <a:r>
              <a:rPr lang="ko-KR" altLang="en-US" sz="1600" dirty="0"/>
              <a:t>코드 작성 및 수정</a:t>
            </a:r>
            <a:endParaRPr lang="ko-KR" altLang="en-US" dirty="0"/>
          </a:p>
          <a:p>
            <a:pPr lvl="1"/>
            <a:r>
              <a:rPr lang="en-US" altLang="ko-KR" dirty="0"/>
              <a:t>(2) </a:t>
            </a:r>
            <a:r>
              <a:rPr lang="ko-KR" altLang="en-US" dirty="0" err="1"/>
              <a:t>액티비티의</a:t>
            </a:r>
            <a:r>
              <a:rPr lang="ko-KR" altLang="en-US" dirty="0"/>
              <a:t> 필수 </a:t>
            </a:r>
            <a:r>
              <a:rPr lang="ko-KR" altLang="en-US" dirty="0" err="1"/>
              <a:t>메소드인</a:t>
            </a:r>
            <a:r>
              <a:rPr lang="ko-KR" altLang="en-US" dirty="0"/>
              <a:t> </a:t>
            </a:r>
            <a:r>
              <a:rPr lang="en-US" altLang="ko-KR" dirty="0" err="1"/>
              <a:t>onCreate</a:t>
            </a:r>
            <a:r>
              <a:rPr lang="en-US" altLang="ko-KR" dirty="0"/>
              <a:t>( )</a:t>
            </a:r>
            <a:r>
              <a:rPr lang="ko-KR" altLang="en-US" dirty="0"/>
              <a:t>를 추가한 후 자동 완성시킴</a:t>
            </a:r>
          </a:p>
          <a:p>
            <a:pPr lvl="2"/>
            <a:r>
              <a:rPr lang="en-US" altLang="ko-KR" sz="1600" dirty="0"/>
              <a:t>second.xml</a:t>
            </a:r>
            <a:r>
              <a:rPr lang="ko-KR" altLang="en-US" sz="1600" dirty="0"/>
              <a:t>을 화면에 보여주는 코드를 한 행 추가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804B8D0-B735-CD2C-7B35-2481FB6D2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487" y="2919412"/>
            <a:ext cx="5915025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6520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sz="2400" dirty="0" err="1"/>
              <a:t>액티비티의</a:t>
            </a:r>
            <a:r>
              <a:rPr lang="ko-KR" altLang="en-US" sz="2400" dirty="0"/>
              <a:t> 개요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10-1 </a:t>
            </a:r>
            <a:r>
              <a:rPr lang="ko-KR" altLang="en-US" dirty="0"/>
              <a:t>새로운 </a:t>
            </a:r>
            <a:r>
              <a:rPr lang="ko-KR" altLang="en-US" dirty="0" err="1"/>
              <a:t>액티비티</a:t>
            </a:r>
            <a:r>
              <a:rPr lang="ko-KR" altLang="en-US" dirty="0"/>
              <a:t> 추가하기</a:t>
            </a:r>
            <a:endParaRPr lang="en-US" altLang="ko-KR" dirty="0"/>
          </a:p>
          <a:p>
            <a:r>
              <a:rPr lang="en-US" altLang="ko-KR" sz="1600" dirty="0"/>
              <a:t>3 Java </a:t>
            </a:r>
            <a:r>
              <a:rPr lang="ko-KR" altLang="en-US" sz="1600" dirty="0"/>
              <a:t>코드 작성 및 수정</a:t>
            </a:r>
            <a:endParaRPr lang="ko-KR" altLang="en-US" dirty="0"/>
          </a:p>
          <a:p>
            <a:pPr lvl="1"/>
            <a:r>
              <a:rPr lang="en-US" altLang="ko-KR" dirty="0"/>
              <a:t>(3) second.xml</a:t>
            </a:r>
            <a:r>
              <a:rPr lang="ko-KR" altLang="en-US" dirty="0"/>
              <a:t>의 </a:t>
            </a:r>
            <a:r>
              <a:rPr lang="en-US" altLang="ko-KR" dirty="0"/>
              <a:t>&lt;</a:t>
            </a:r>
            <a:r>
              <a:rPr lang="ko-KR" altLang="en-US" dirty="0"/>
              <a:t>돌아가기</a:t>
            </a:r>
            <a:r>
              <a:rPr lang="en-US" altLang="ko-KR" dirty="0"/>
              <a:t>&gt;</a:t>
            </a:r>
            <a:r>
              <a:rPr lang="ko-KR" altLang="en-US" dirty="0"/>
              <a:t>를 클릭하면 현재 </a:t>
            </a:r>
            <a:r>
              <a:rPr lang="ko-KR" altLang="en-US" dirty="0" err="1"/>
              <a:t>액티비티를</a:t>
            </a:r>
            <a:r>
              <a:rPr lang="ko-KR" altLang="en-US" dirty="0"/>
              <a:t> 끝내는 코드 추가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8726A63-216B-A660-6666-2982B7007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012" y="2671762"/>
            <a:ext cx="5895975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9236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sz="2400" dirty="0" err="1"/>
              <a:t>액티비티의</a:t>
            </a:r>
            <a:r>
              <a:rPr lang="ko-KR" altLang="en-US" sz="2400" dirty="0"/>
              <a:t> 개요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10-1 </a:t>
            </a:r>
            <a:r>
              <a:rPr lang="ko-KR" altLang="en-US" dirty="0"/>
              <a:t>새로운 </a:t>
            </a:r>
            <a:r>
              <a:rPr lang="ko-KR" altLang="en-US" dirty="0" err="1"/>
              <a:t>액티비티</a:t>
            </a:r>
            <a:r>
              <a:rPr lang="ko-KR" altLang="en-US" dirty="0"/>
              <a:t> 추가하기</a:t>
            </a:r>
            <a:endParaRPr lang="en-US" altLang="ko-KR" dirty="0"/>
          </a:p>
          <a:p>
            <a:r>
              <a:rPr lang="en-US" altLang="ko-KR" sz="1600" dirty="0"/>
              <a:t>3 Java </a:t>
            </a:r>
            <a:r>
              <a:rPr lang="ko-KR" altLang="en-US" sz="1600" dirty="0"/>
              <a:t>코드 작성 및 수정</a:t>
            </a:r>
            <a:endParaRPr lang="ko-KR" altLang="en-US" dirty="0"/>
          </a:p>
          <a:p>
            <a:pPr lvl="1"/>
            <a:r>
              <a:rPr lang="en-US" altLang="ko-KR" dirty="0"/>
              <a:t>(4) </a:t>
            </a:r>
            <a:r>
              <a:rPr lang="ko-KR" altLang="en-US" dirty="0"/>
              <a:t>메인 </a:t>
            </a:r>
            <a:r>
              <a:rPr lang="ko-KR" altLang="en-US" dirty="0" err="1"/>
              <a:t>액티비티에서</a:t>
            </a:r>
            <a:r>
              <a:rPr lang="ko-KR" altLang="en-US" dirty="0"/>
              <a:t> 세컨드 </a:t>
            </a:r>
            <a:r>
              <a:rPr lang="ko-KR" altLang="en-US" dirty="0" err="1"/>
              <a:t>액티비티를</a:t>
            </a:r>
            <a:r>
              <a:rPr lang="ko-KR" altLang="en-US" dirty="0"/>
              <a:t> 호출하는 코드 추가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31267ED-D7A6-34A3-E2E7-648D28A2A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487" y="2787389"/>
            <a:ext cx="5915025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2365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sz="2400" dirty="0" err="1"/>
              <a:t>액티비티의</a:t>
            </a:r>
            <a:r>
              <a:rPr lang="ko-KR" altLang="en-US" sz="2400" dirty="0"/>
              <a:t> 개요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10-1 </a:t>
            </a:r>
            <a:r>
              <a:rPr lang="ko-KR" altLang="en-US" dirty="0"/>
              <a:t>새로운 </a:t>
            </a:r>
            <a:r>
              <a:rPr lang="ko-KR" altLang="en-US" dirty="0" err="1"/>
              <a:t>액티비티</a:t>
            </a:r>
            <a:r>
              <a:rPr lang="ko-KR" altLang="en-US" dirty="0"/>
              <a:t> 추가하기</a:t>
            </a:r>
            <a:endParaRPr lang="en-US" altLang="ko-KR" dirty="0"/>
          </a:p>
          <a:p>
            <a:r>
              <a:rPr lang="en-US" altLang="ko-KR" sz="1600" dirty="0"/>
              <a:t>4 </a:t>
            </a:r>
            <a:r>
              <a:rPr lang="ko-KR" altLang="en-US" sz="1600" dirty="0"/>
              <a:t>프로젝트 실행 및 결과 확인</a:t>
            </a:r>
          </a:p>
          <a:p>
            <a:pPr lvl="1"/>
            <a:r>
              <a:rPr lang="ko-KR" altLang="en-US" dirty="0"/>
              <a:t>완성된 프로젝트를 실행하면 다음과 같은 오류가 발생함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 err="1"/>
              <a:t>안드로이드에서는</a:t>
            </a:r>
            <a:r>
              <a:rPr lang="ko-KR" altLang="en-US" dirty="0"/>
              <a:t> 사용될 </a:t>
            </a:r>
            <a:r>
              <a:rPr lang="ko-KR" altLang="en-US" dirty="0" err="1"/>
              <a:t>액티비티를</a:t>
            </a:r>
            <a:r>
              <a:rPr lang="ko-KR" altLang="en-US" dirty="0"/>
              <a:t> </a:t>
            </a:r>
            <a:r>
              <a:rPr lang="en-US" altLang="ko-KR" dirty="0"/>
              <a:t>AndroidManifest.xml</a:t>
            </a:r>
            <a:r>
              <a:rPr lang="ko-KR" altLang="en-US" dirty="0"/>
              <a:t>에 꼭 등록해야 함</a:t>
            </a:r>
          </a:p>
          <a:p>
            <a:pPr lvl="1"/>
            <a:r>
              <a:rPr lang="ko-KR" altLang="en-US" dirty="0"/>
              <a:t>메인 </a:t>
            </a:r>
            <a:r>
              <a:rPr lang="ko-KR" altLang="en-US" dirty="0" err="1"/>
              <a:t>액티비티</a:t>
            </a:r>
            <a:r>
              <a:rPr lang="en-US" altLang="ko-KR" dirty="0"/>
              <a:t>(</a:t>
            </a:r>
            <a:r>
              <a:rPr lang="en-US" altLang="ko-KR" dirty="0" err="1"/>
              <a:t>MainActivity</a:t>
            </a:r>
            <a:r>
              <a:rPr lang="en-US" altLang="ko-KR" dirty="0"/>
              <a:t>)</a:t>
            </a:r>
            <a:r>
              <a:rPr lang="ko-KR" altLang="en-US" dirty="0"/>
              <a:t>는 자동으로 등록되지만</a:t>
            </a:r>
            <a:r>
              <a:rPr lang="en-US" altLang="ko-KR" dirty="0"/>
              <a:t>, </a:t>
            </a:r>
            <a:r>
              <a:rPr lang="ko-KR" altLang="en-US" dirty="0"/>
              <a:t>추가한 세컨드 </a:t>
            </a:r>
            <a:r>
              <a:rPr lang="ko-KR" altLang="en-US" dirty="0" err="1"/>
              <a:t>액티비티는</a:t>
            </a:r>
            <a:r>
              <a:rPr lang="ko-KR" altLang="en-US" dirty="0"/>
              <a:t> 별도로 등록해줘야 함</a:t>
            </a:r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F9F8EC6-87E7-7D25-BA5E-9C4A55E0C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873" y="2524124"/>
            <a:ext cx="2956254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7631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sz="2400" dirty="0" err="1"/>
              <a:t>액티비티의</a:t>
            </a:r>
            <a:r>
              <a:rPr lang="ko-KR" altLang="en-US" sz="2400" dirty="0"/>
              <a:t> 개요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10-1 </a:t>
            </a:r>
            <a:r>
              <a:rPr lang="ko-KR" altLang="en-US" dirty="0"/>
              <a:t>새로운 </a:t>
            </a:r>
            <a:r>
              <a:rPr lang="ko-KR" altLang="en-US" dirty="0" err="1"/>
              <a:t>액티비티</a:t>
            </a:r>
            <a:r>
              <a:rPr lang="ko-KR" altLang="en-US" dirty="0"/>
              <a:t> 추가하기</a:t>
            </a:r>
            <a:endParaRPr lang="en-US" altLang="ko-KR" dirty="0"/>
          </a:p>
          <a:p>
            <a:r>
              <a:rPr lang="en-US" altLang="ko-KR" sz="1600" dirty="0"/>
              <a:t>[</a:t>
            </a:r>
            <a:r>
              <a:rPr lang="ko-KR" altLang="en-US" sz="1600" dirty="0"/>
              <a:t>반복</a:t>
            </a:r>
            <a:r>
              <a:rPr lang="en-US" altLang="ko-KR" sz="1600" dirty="0"/>
              <a:t>]2 </a:t>
            </a:r>
            <a:r>
              <a:rPr lang="ko-KR" altLang="en-US" sz="1600" dirty="0"/>
              <a:t>화면 디자인 및 편집</a:t>
            </a:r>
          </a:p>
          <a:p>
            <a:pPr lvl="1"/>
            <a:r>
              <a:rPr lang="en-US" altLang="ko-KR" dirty="0"/>
              <a:t>AndroidManifest.xml </a:t>
            </a:r>
            <a:r>
              <a:rPr lang="ko-KR" altLang="en-US" dirty="0"/>
              <a:t>파일을 열고 </a:t>
            </a:r>
            <a:r>
              <a:rPr lang="en-US" altLang="ko-KR" dirty="0" err="1"/>
              <a:t>SecondActivity</a:t>
            </a:r>
            <a:r>
              <a:rPr lang="ko-KR" altLang="en-US" dirty="0"/>
              <a:t>를 등록</a:t>
            </a:r>
          </a:p>
          <a:p>
            <a:pPr lvl="2"/>
            <a:r>
              <a:rPr lang="ko-KR" altLang="en-US" sz="1600" dirty="0"/>
              <a:t>아래 코드를 </a:t>
            </a:r>
            <a:r>
              <a:rPr lang="en-US" altLang="ko-KR" sz="1600" dirty="0"/>
              <a:t>&lt;/application&gt; </a:t>
            </a:r>
            <a:r>
              <a:rPr lang="ko-KR" altLang="en-US" sz="1600" dirty="0"/>
              <a:t>바로 </a:t>
            </a:r>
            <a:r>
              <a:rPr lang="ko-KR" altLang="en-US" sz="1600" dirty="0" err="1"/>
              <a:t>윗행에</a:t>
            </a:r>
            <a:r>
              <a:rPr lang="ko-KR" altLang="en-US" sz="1600" dirty="0"/>
              <a:t> 넣고 다시 실행하기 </a:t>
            </a:r>
          </a:p>
          <a:p>
            <a:endParaRPr lang="en-US" altLang="ko-KR" sz="2000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43CBEDE-198D-3186-916E-839C57764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3019425"/>
            <a:ext cx="5905500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0416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sz="2400" dirty="0" err="1"/>
              <a:t>액티비티의</a:t>
            </a:r>
            <a:r>
              <a:rPr lang="ko-KR" altLang="en-US" sz="2400" dirty="0"/>
              <a:t> 개요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F35E890-E072-8B54-80F9-0310BE7F9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46" y="2066925"/>
            <a:ext cx="7267307" cy="3100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6336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sz="2400" dirty="0"/>
              <a:t>명시적 </a:t>
            </a:r>
            <a:r>
              <a:rPr lang="ko-KR" altLang="en-US" sz="2400" dirty="0" err="1"/>
              <a:t>인텐트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 err="1"/>
              <a:t>인텐트</a:t>
            </a:r>
            <a:r>
              <a:rPr lang="en-US" altLang="ko-KR" dirty="0"/>
              <a:t>(Intent)</a:t>
            </a:r>
          </a:p>
          <a:p>
            <a:pPr lvl="1"/>
            <a:r>
              <a:rPr lang="ko-KR" altLang="en-US" dirty="0" err="1"/>
              <a:t>안드로이드</a:t>
            </a:r>
            <a:r>
              <a:rPr lang="ko-KR" altLang="en-US" dirty="0"/>
              <a:t> </a:t>
            </a:r>
            <a:r>
              <a:rPr lang="en-US" altLang="ko-KR" dirty="0"/>
              <a:t>4</a:t>
            </a:r>
            <a:r>
              <a:rPr lang="ko-KR" altLang="en-US" dirty="0"/>
              <a:t>대 컴포넌트가 상호 간에 데이터를 주고 받기 위한 메시지 객체</a:t>
            </a:r>
          </a:p>
          <a:p>
            <a:pPr lvl="1"/>
            <a:r>
              <a:rPr lang="ko-KR" altLang="en-US" dirty="0"/>
              <a:t>명시적 </a:t>
            </a:r>
            <a:r>
              <a:rPr lang="ko-KR" altLang="en-US" dirty="0" err="1"/>
              <a:t>인텐트와</a:t>
            </a:r>
            <a:r>
              <a:rPr lang="ko-KR" altLang="en-US" dirty="0"/>
              <a:t> 암시적 </a:t>
            </a:r>
            <a:r>
              <a:rPr lang="ko-KR" altLang="en-US" dirty="0" err="1"/>
              <a:t>인텐트로</a:t>
            </a:r>
            <a:r>
              <a:rPr lang="ko-KR" altLang="en-US" dirty="0"/>
              <a:t> 구분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명시적 </a:t>
            </a:r>
            <a:r>
              <a:rPr lang="ko-KR" altLang="en-US" dirty="0" err="1"/>
              <a:t>인텐트와</a:t>
            </a:r>
            <a:r>
              <a:rPr lang="ko-KR" altLang="en-US" dirty="0"/>
              <a:t> 데이터의 전달</a:t>
            </a:r>
          </a:p>
          <a:p>
            <a:pPr lvl="1"/>
            <a:r>
              <a:rPr lang="ko-KR" altLang="en-US" dirty="0"/>
              <a:t>명시적 </a:t>
            </a:r>
            <a:r>
              <a:rPr lang="ko-KR" altLang="en-US" dirty="0" err="1"/>
              <a:t>인텐트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다른 </a:t>
            </a:r>
            <a:r>
              <a:rPr lang="ko-KR" altLang="en-US" dirty="0" err="1"/>
              <a:t>액티비티의</a:t>
            </a:r>
            <a:r>
              <a:rPr lang="ko-KR" altLang="en-US" dirty="0"/>
              <a:t> 이름을 명확히 지정할 때 사용하는 방법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7B7D2FA-373F-CC61-F063-EB21EC995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950" y="3709987"/>
            <a:ext cx="6134100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5978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sz="2400" dirty="0"/>
              <a:t>명시적 </a:t>
            </a:r>
            <a:r>
              <a:rPr lang="ko-KR" altLang="en-US" sz="2400" dirty="0" err="1"/>
              <a:t>인텐트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명시적 </a:t>
            </a:r>
            <a:r>
              <a:rPr lang="ko-KR" altLang="en-US" dirty="0" err="1"/>
              <a:t>인텐트와</a:t>
            </a:r>
            <a:r>
              <a:rPr lang="ko-KR" altLang="en-US" dirty="0"/>
              <a:t> 데이터의 전달</a:t>
            </a:r>
            <a:endParaRPr lang="en-US" altLang="ko-KR" dirty="0"/>
          </a:p>
          <a:p>
            <a:pPr lvl="1"/>
            <a:r>
              <a:rPr lang="ko-KR" altLang="en-US" dirty="0"/>
              <a:t>메인 </a:t>
            </a:r>
            <a:r>
              <a:rPr lang="ko-KR" altLang="en-US" dirty="0" err="1"/>
              <a:t>액티비디에서</a:t>
            </a:r>
            <a:r>
              <a:rPr lang="ko-KR" altLang="en-US" dirty="0"/>
              <a:t> </a:t>
            </a:r>
            <a:r>
              <a:rPr lang="ko-KR" altLang="en-US" dirty="0" err="1"/>
              <a:t>인텐트에</a:t>
            </a:r>
            <a:r>
              <a:rPr lang="ko-KR" altLang="en-US" dirty="0"/>
              <a:t> 데이터를 실어서 넘긴 후</a:t>
            </a:r>
            <a:r>
              <a:rPr lang="en-US" altLang="ko-KR" dirty="0"/>
              <a:t>, </a:t>
            </a:r>
            <a:r>
              <a:rPr lang="ko-KR" altLang="en-US" dirty="0"/>
              <a:t>세컨드 </a:t>
            </a:r>
            <a:r>
              <a:rPr lang="ko-KR" altLang="en-US" dirty="0" err="1"/>
              <a:t>액티비티에서</a:t>
            </a:r>
            <a:r>
              <a:rPr lang="ko-KR" altLang="en-US" dirty="0"/>
              <a:t> 받은 데이터 처리하는 방식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1EC2D15-0DE3-0C0A-9559-2FD2CC20C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650" y="2539739"/>
            <a:ext cx="4838700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2613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sz="2400" dirty="0"/>
              <a:t>명시적 </a:t>
            </a:r>
            <a:r>
              <a:rPr lang="ko-KR" altLang="en-US" sz="2400" dirty="0" err="1"/>
              <a:t>인텐트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 err="1"/>
              <a:t>레이팅바</a:t>
            </a:r>
            <a:endParaRPr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AD00E1D-8400-9D4B-3DF9-D4DE43633387}"/>
              </a:ext>
            </a:extLst>
          </p:cNvPr>
          <p:cNvGrpSpPr/>
          <p:nvPr/>
        </p:nvGrpSpPr>
        <p:grpSpPr>
          <a:xfrm>
            <a:off x="1600200" y="1790700"/>
            <a:ext cx="6096000" cy="4638675"/>
            <a:chOff x="1524000" y="1704975"/>
            <a:chExt cx="6096000" cy="4638675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E165D29B-CFD1-5C17-328E-740C4953C1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24000" y="4295775"/>
              <a:ext cx="6096000" cy="2047875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8D3CD39C-9508-E156-FC56-0913C3225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4000" y="1704975"/>
              <a:ext cx="6096000" cy="2590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612546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sz="2400" dirty="0"/>
              <a:t>명시적 </a:t>
            </a:r>
            <a:r>
              <a:rPr lang="ko-KR" altLang="en-US" sz="2400" dirty="0" err="1"/>
              <a:t>인텐트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FDA9893-75C5-5332-9F90-9B7E27B7F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276350"/>
            <a:ext cx="6096000" cy="48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3061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sz="2400" dirty="0"/>
              <a:t>명시적 </a:t>
            </a:r>
            <a:r>
              <a:rPr lang="ko-KR" altLang="en-US" sz="2400" dirty="0" err="1"/>
              <a:t>인텐트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10-2 </a:t>
            </a:r>
            <a:r>
              <a:rPr lang="ko-KR" altLang="en-US" dirty="0"/>
              <a:t>명화 선호도 투표 </a:t>
            </a:r>
            <a:r>
              <a:rPr lang="ko-KR" altLang="en-US" dirty="0" err="1"/>
              <a:t>앱</a:t>
            </a:r>
            <a:r>
              <a:rPr lang="ko-KR" altLang="en-US" dirty="0"/>
              <a:t> 만들기</a:t>
            </a:r>
            <a:endParaRPr lang="en-US" altLang="ko-KR" dirty="0"/>
          </a:p>
          <a:p>
            <a:r>
              <a:rPr lang="en-US" altLang="ko-KR" sz="1600" dirty="0"/>
              <a:t>1 </a:t>
            </a:r>
            <a:r>
              <a:rPr lang="ko-KR" altLang="en-US" sz="1600" dirty="0" err="1"/>
              <a:t>안드로이드</a:t>
            </a:r>
            <a:r>
              <a:rPr lang="ko-KR" altLang="en-US" sz="1600" dirty="0"/>
              <a:t> 프로젝트 생성</a:t>
            </a:r>
          </a:p>
          <a:p>
            <a:pPr lvl="1"/>
            <a:r>
              <a:rPr lang="en-US" altLang="ko-KR" dirty="0"/>
              <a:t>(1) </a:t>
            </a:r>
            <a:r>
              <a:rPr lang="ko-KR" altLang="en-US" dirty="0"/>
              <a:t>프로젝트 이름 </a:t>
            </a:r>
            <a:r>
              <a:rPr lang="en-US" altLang="ko-KR" dirty="0"/>
              <a:t>: Project10_2</a:t>
            </a:r>
          </a:p>
          <a:p>
            <a:pPr lvl="1"/>
            <a:r>
              <a:rPr lang="en-US" altLang="ko-KR" dirty="0"/>
              <a:t>(2) </a:t>
            </a:r>
            <a:r>
              <a:rPr lang="ko-KR" altLang="en-US" dirty="0"/>
              <a:t>패키지 이름 </a:t>
            </a:r>
            <a:r>
              <a:rPr lang="en-US" altLang="ko-KR" dirty="0"/>
              <a:t>: com.cookandroid.project10_2</a:t>
            </a:r>
          </a:p>
          <a:p>
            <a:pPr lvl="1"/>
            <a:endParaRPr lang="en-US" altLang="ko-KR" sz="1000" dirty="0"/>
          </a:p>
          <a:p>
            <a:r>
              <a:rPr lang="en-US" altLang="ko-KR" sz="1600" dirty="0"/>
              <a:t>2 </a:t>
            </a:r>
            <a:r>
              <a:rPr lang="ko-KR" altLang="en-US" sz="1600" dirty="0"/>
              <a:t>화면 디자인 및 편집</a:t>
            </a:r>
          </a:p>
          <a:p>
            <a:pPr lvl="1"/>
            <a:r>
              <a:rPr lang="en-US" altLang="ko-KR" dirty="0"/>
              <a:t>(1) </a:t>
            </a:r>
            <a:r>
              <a:rPr lang="ko-KR" altLang="en-US" dirty="0"/>
              <a:t>적당한 명화 이미지 </a:t>
            </a:r>
            <a:r>
              <a:rPr lang="en-US" altLang="ko-KR" dirty="0"/>
              <a:t>9</a:t>
            </a:r>
            <a:r>
              <a:rPr lang="ko-KR" altLang="en-US" dirty="0"/>
              <a:t>개를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/res/</a:t>
            </a:r>
            <a:r>
              <a:rPr lang="en-US" altLang="ko-KR" dirty="0" err="1"/>
              <a:t>drawable</a:t>
            </a:r>
            <a:r>
              <a:rPr lang="ko-KR" altLang="en-US" dirty="0"/>
              <a:t>에 복사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2AA4CAB-451D-00CA-19F5-CCC361D62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75" y="2862882"/>
            <a:ext cx="4270573" cy="359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0295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sz="2400" dirty="0"/>
              <a:t>명시적 </a:t>
            </a:r>
            <a:r>
              <a:rPr lang="ko-KR" altLang="en-US" sz="2400" dirty="0" err="1"/>
              <a:t>인텐트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10-2 </a:t>
            </a:r>
            <a:r>
              <a:rPr lang="ko-KR" altLang="en-US" dirty="0"/>
              <a:t>명화 선호도 투표 </a:t>
            </a:r>
            <a:r>
              <a:rPr lang="ko-KR" altLang="en-US" dirty="0" err="1"/>
              <a:t>앱</a:t>
            </a:r>
            <a:r>
              <a:rPr lang="ko-KR" altLang="en-US" dirty="0"/>
              <a:t> 만들기</a:t>
            </a:r>
            <a:endParaRPr lang="en-US" altLang="ko-KR" dirty="0"/>
          </a:p>
          <a:p>
            <a:r>
              <a:rPr lang="en-US" altLang="ko-KR" sz="1600" dirty="0"/>
              <a:t>2 </a:t>
            </a:r>
            <a:r>
              <a:rPr lang="ko-KR" altLang="en-US" sz="1600" dirty="0"/>
              <a:t>화면 디자인 및 편집</a:t>
            </a:r>
          </a:p>
          <a:p>
            <a:pPr lvl="1"/>
            <a:r>
              <a:rPr lang="en-US" altLang="ko-KR" dirty="0"/>
              <a:t>(2) </a:t>
            </a:r>
            <a:r>
              <a:rPr lang="ko-KR" altLang="en-US" dirty="0"/>
              <a:t>메인 </a:t>
            </a:r>
            <a:r>
              <a:rPr lang="ko-KR" altLang="en-US" dirty="0" err="1"/>
              <a:t>액티비티에서</a:t>
            </a:r>
            <a:r>
              <a:rPr lang="ko-KR" altLang="en-US" dirty="0"/>
              <a:t> 사용할 </a:t>
            </a:r>
            <a:r>
              <a:rPr lang="en-US" altLang="ko-KR" dirty="0"/>
              <a:t>activity_main.xml </a:t>
            </a:r>
            <a:r>
              <a:rPr lang="ko-KR" altLang="en-US" dirty="0"/>
              <a:t>수정</a:t>
            </a:r>
          </a:p>
          <a:p>
            <a:pPr lvl="2"/>
            <a:r>
              <a:rPr lang="ko-KR" altLang="en-US" sz="1600" dirty="0"/>
              <a:t>바깥 </a:t>
            </a:r>
            <a:r>
              <a:rPr lang="ko-KR" altLang="en-US" sz="1600" dirty="0" err="1"/>
              <a:t>리니어레이아웃</a:t>
            </a:r>
            <a:r>
              <a:rPr lang="ko-KR" altLang="en-US" sz="1600" dirty="0"/>
              <a:t> 안에 </a:t>
            </a:r>
            <a:r>
              <a:rPr lang="ko-KR" altLang="en-US" sz="1600" dirty="0" err="1"/>
              <a:t>리니어레이아웃</a:t>
            </a:r>
            <a:r>
              <a:rPr lang="ko-KR" altLang="en-US" sz="1600" dirty="0"/>
              <a:t> </a:t>
            </a:r>
            <a:r>
              <a:rPr lang="en-US" altLang="ko-KR" sz="1600" dirty="0"/>
              <a:t>3</a:t>
            </a:r>
            <a:r>
              <a:rPr lang="ko-KR" altLang="en-US" sz="1600" dirty="0"/>
              <a:t>개</a:t>
            </a:r>
            <a:r>
              <a:rPr lang="en-US" altLang="ko-KR" sz="1600" dirty="0"/>
              <a:t>, </a:t>
            </a:r>
            <a:r>
              <a:rPr lang="ko-KR" altLang="en-US" sz="1600" dirty="0"/>
              <a:t>버튼 </a:t>
            </a:r>
            <a:r>
              <a:rPr lang="en-US" altLang="ko-KR" sz="1600" dirty="0"/>
              <a:t>1</a:t>
            </a:r>
            <a:r>
              <a:rPr lang="ko-KR" altLang="en-US" sz="1600" dirty="0"/>
              <a:t>개를 생성 </a:t>
            </a:r>
          </a:p>
          <a:p>
            <a:pPr lvl="2"/>
            <a:r>
              <a:rPr lang="en-US" altLang="ko-KR" sz="1600" dirty="0" err="1"/>
              <a:t>layout_weight</a:t>
            </a:r>
            <a:r>
              <a:rPr lang="ko-KR" altLang="en-US" sz="1600" dirty="0"/>
              <a:t>를 </a:t>
            </a:r>
            <a:r>
              <a:rPr lang="en-US" altLang="ko-KR" sz="1600" dirty="0"/>
              <a:t>3:3:3:1</a:t>
            </a:r>
            <a:r>
              <a:rPr lang="ko-KR" altLang="en-US" sz="1600" dirty="0"/>
              <a:t>로 함</a:t>
            </a:r>
          </a:p>
          <a:p>
            <a:pPr lvl="2"/>
            <a:r>
              <a:rPr lang="en-US" altLang="ko-KR" sz="1600" dirty="0"/>
              <a:t>3</a:t>
            </a:r>
            <a:r>
              <a:rPr lang="ko-KR" altLang="en-US" sz="1600" dirty="0"/>
              <a:t>개의 레이아웃에는 각각 </a:t>
            </a:r>
            <a:r>
              <a:rPr lang="en-US" altLang="ko-KR" sz="1600" dirty="0"/>
              <a:t>3</a:t>
            </a:r>
            <a:r>
              <a:rPr lang="ko-KR" altLang="en-US" sz="1600" dirty="0"/>
              <a:t>개의 </a:t>
            </a:r>
            <a:r>
              <a:rPr lang="ko-KR" altLang="en-US" sz="1600" dirty="0" err="1"/>
              <a:t>이미지뷰를</a:t>
            </a:r>
            <a:r>
              <a:rPr lang="ko-KR" altLang="en-US" sz="1600" dirty="0"/>
              <a:t> 넣고 </a:t>
            </a:r>
            <a:r>
              <a:rPr lang="en-US" altLang="ko-KR" sz="1600" dirty="0" err="1"/>
              <a:t>layout_weigh</a:t>
            </a:r>
            <a:r>
              <a:rPr lang="ko-KR" altLang="en-US" sz="1600" dirty="0"/>
              <a:t>는 </a:t>
            </a:r>
            <a:r>
              <a:rPr lang="en-US" altLang="ko-KR" sz="1600" dirty="0"/>
              <a:t>1:1:1</a:t>
            </a:r>
            <a:r>
              <a:rPr lang="ko-KR" altLang="en-US" sz="1600" dirty="0"/>
              <a:t>로 함</a:t>
            </a:r>
          </a:p>
          <a:p>
            <a:pPr lvl="2"/>
            <a:r>
              <a:rPr lang="ko-KR" altLang="en-US" sz="1600" dirty="0"/>
              <a:t>필요하면 </a:t>
            </a:r>
            <a:r>
              <a:rPr lang="ko-KR" altLang="en-US" sz="1600" dirty="0" err="1"/>
              <a:t>이미지뷰에</a:t>
            </a:r>
            <a:r>
              <a:rPr lang="ko-KR" altLang="en-US" sz="1600" dirty="0"/>
              <a:t> 적당한 </a:t>
            </a:r>
            <a:r>
              <a:rPr lang="en-US" altLang="ko-KR" sz="1600" dirty="0" err="1"/>
              <a:t>layout_margin</a:t>
            </a:r>
            <a:r>
              <a:rPr lang="en-US" altLang="ko-KR" sz="1600" dirty="0"/>
              <a:t>(ex: 5dp)</a:t>
            </a:r>
            <a:r>
              <a:rPr lang="ko-KR" altLang="en-US" sz="1600" dirty="0"/>
              <a:t>을 줌</a:t>
            </a:r>
          </a:p>
          <a:p>
            <a:pPr lvl="2"/>
            <a:r>
              <a:rPr lang="en-US" altLang="ko-KR" sz="1600" dirty="0"/>
              <a:t>9</a:t>
            </a:r>
            <a:r>
              <a:rPr lang="ko-KR" altLang="en-US" sz="1600" dirty="0"/>
              <a:t>개 </a:t>
            </a:r>
            <a:r>
              <a:rPr lang="ko-KR" altLang="en-US" sz="1600" dirty="0" err="1"/>
              <a:t>이미지뷰의</a:t>
            </a:r>
            <a:r>
              <a:rPr lang="ko-KR" altLang="en-US" sz="1600" dirty="0"/>
              <a:t> </a:t>
            </a:r>
            <a:r>
              <a:rPr lang="en-US" altLang="ko-KR" sz="1600" dirty="0"/>
              <a:t>id</a:t>
            </a:r>
            <a:r>
              <a:rPr lang="ko-KR" altLang="en-US" sz="1600" dirty="0"/>
              <a:t>는 </a:t>
            </a:r>
            <a:r>
              <a:rPr lang="en-US" altLang="ko-KR" sz="1600" dirty="0"/>
              <a:t>iv1~iv9, </a:t>
            </a:r>
            <a:r>
              <a:rPr lang="ko-KR" altLang="en-US" sz="1600" dirty="0"/>
              <a:t>버튼의 </a:t>
            </a:r>
            <a:r>
              <a:rPr lang="en-US" altLang="ko-KR" sz="1600" dirty="0"/>
              <a:t>id</a:t>
            </a:r>
            <a:r>
              <a:rPr lang="ko-KR" altLang="en-US" sz="1600" dirty="0"/>
              <a:t>는 </a:t>
            </a:r>
            <a:r>
              <a:rPr lang="en-US" altLang="ko-KR" sz="1600" dirty="0" err="1"/>
              <a:t>btnResult</a:t>
            </a:r>
            <a:r>
              <a:rPr lang="ko-KR" altLang="en-US" sz="1600" dirty="0"/>
              <a:t>로 함</a:t>
            </a:r>
          </a:p>
        </p:txBody>
      </p:sp>
    </p:spTree>
    <p:extLst>
      <p:ext uri="{BB962C8B-B14F-4D97-AF65-F5344CB8AC3E}">
        <p14:creationId xmlns:p14="http://schemas.microsoft.com/office/powerpoint/2010/main" val="28693399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sz="2400" dirty="0"/>
              <a:t>명시적 </a:t>
            </a:r>
            <a:r>
              <a:rPr lang="ko-KR" altLang="en-US" sz="2400" dirty="0" err="1"/>
              <a:t>인텐트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32E8BAD-B32D-63B6-E900-DEC6FD97A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924" y="1447800"/>
            <a:ext cx="6174151" cy="492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2864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sz="2400" dirty="0"/>
              <a:t>명시적 </a:t>
            </a:r>
            <a:r>
              <a:rPr lang="ko-KR" altLang="en-US" sz="2400" dirty="0" err="1"/>
              <a:t>인텐트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10-2 </a:t>
            </a:r>
            <a:r>
              <a:rPr lang="ko-KR" altLang="en-US" dirty="0"/>
              <a:t>명화 선호도 투표 </a:t>
            </a:r>
            <a:r>
              <a:rPr lang="ko-KR" altLang="en-US" dirty="0" err="1"/>
              <a:t>앱</a:t>
            </a:r>
            <a:r>
              <a:rPr lang="ko-KR" altLang="en-US" dirty="0"/>
              <a:t> 만들기</a:t>
            </a:r>
            <a:endParaRPr lang="en-US" altLang="ko-KR" dirty="0"/>
          </a:p>
          <a:p>
            <a:r>
              <a:rPr lang="en-US" altLang="ko-KR" sz="1600" dirty="0"/>
              <a:t>2 </a:t>
            </a:r>
            <a:r>
              <a:rPr lang="ko-KR" altLang="en-US" sz="1600" dirty="0"/>
              <a:t>화면 디자인 및 편집</a:t>
            </a:r>
          </a:p>
          <a:p>
            <a:pPr lvl="1"/>
            <a:r>
              <a:rPr lang="en-US" altLang="ko-KR" dirty="0"/>
              <a:t>(3) </a:t>
            </a:r>
            <a:r>
              <a:rPr lang="ko-KR" altLang="en-US" dirty="0"/>
              <a:t>서브 </a:t>
            </a:r>
            <a:r>
              <a:rPr lang="ko-KR" altLang="en-US" dirty="0" err="1"/>
              <a:t>액티비티에서</a:t>
            </a:r>
            <a:r>
              <a:rPr lang="ko-KR" altLang="en-US" dirty="0"/>
              <a:t> 사용할 </a:t>
            </a:r>
            <a:r>
              <a:rPr lang="en-US" altLang="ko-KR" dirty="0"/>
              <a:t>result.xml</a:t>
            </a:r>
            <a:r>
              <a:rPr lang="ko-KR" altLang="en-US" dirty="0"/>
              <a:t>을 </a:t>
            </a:r>
            <a:r>
              <a:rPr lang="en-US" altLang="ko-KR" dirty="0"/>
              <a:t>/res/layout </a:t>
            </a:r>
            <a:r>
              <a:rPr lang="ko-KR" altLang="en-US" dirty="0"/>
              <a:t>폴더에 생성하고 다음과 같이 설정함</a:t>
            </a:r>
          </a:p>
          <a:p>
            <a:pPr lvl="2"/>
            <a:r>
              <a:rPr lang="ko-KR" altLang="en-US" sz="1600" dirty="0"/>
              <a:t>바깥은 테이블레이아웃으로 설정하고 </a:t>
            </a:r>
            <a:r>
              <a:rPr lang="en-US" altLang="ko-KR" sz="1600" dirty="0" err="1"/>
              <a:t>stretchColumns</a:t>
            </a:r>
            <a:r>
              <a:rPr lang="en-US" altLang="ko-KR" sz="1600" dirty="0"/>
              <a:t> </a:t>
            </a:r>
            <a:r>
              <a:rPr lang="ko-KR" altLang="en-US" sz="1600" dirty="0"/>
              <a:t>속성을 </a:t>
            </a:r>
            <a:r>
              <a:rPr lang="en-US" altLang="ko-KR" sz="1600" dirty="0"/>
              <a:t>0</a:t>
            </a:r>
            <a:r>
              <a:rPr lang="ko-KR" altLang="en-US" sz="1600" dirty="0"/>
              <a:t>으로 함</a:t>
            </a:r>
          </a:p>
          <a:p>
            <a:pPr lvl="2"/>
            <a:r>
              <a:rPr lang="en-US" altLang="ko-KR" sz="1600" dirty="0"/>
              <a:t>&lt;</a:t>
            </a:r>
            <a:r>
              <a:rPr lang="en-US" altLang="ko-KR" sz="1600" dirty="0" err="1"/>
              <a:t>TableRow</a:t>
            </a:r>
            <a:r>
              <a:rPr lang="en-US" altLang="ko-KR" sz="1600" dirty="0"/>
              <a:t>&gt;</a:t>
            </a:r>
            <a:r>
              <a:rPr lang="ko-KR" altLang="en-US" sz="1600" dirty="0"/>
              <a:t>를 그림의 숫자와 동일한 </a:t>
            </a:r>
            <a:r>
              <a:rPr lang="en-US" altLang="ko-KR" sz="1600" dirty="0"/>
              <a:t>(9+1)</a:t>
            </a:r>
            <a:r>
              <a:rPr lang="ko-KR" altLang="en-US" sz="1600" dirty="0"/>
              <a:t>개로 하고</a:t>
            </a:r>
            <a:r>
              <a:rPr lang="en-US" altLang="ko-KR" sz="1600" dirty="0"/>
              <a:t>, </a:t>
            </a:r>
            <a:r>
              <a:rPr lang="ko-KR" altLang="en-US" sz="1600" dirty="0"/>
              <a:t>각 </a:t>
            </a:r>
            <a:r>
              <a:rPr lang="ko-KR" altLang="en-US" sz="1600" dirty="0" err="1"/>
              <a:t>테이블로우에는</a:t>
            </a:r>
            <a:r>
              <a:rPr lang="ko-KR" altLang="en-US" sz="1600" dirty="0"/>
              <a:t> </a:t>
            </a:r>
            <a:r>
              <a:rPr lang="ko-KR" altLang="en-US" sz="1600" dirty="0" err="1"/>
              <a:t>텍스트뷰</a:t>
            </a:r>
            <a:r>
              <a:rPr lang="ko-KR" altLang="en-US" sz="1600" dirty="0"/>
              <a:t> </a:t>
            </a:r>
            <a:r>
              <a:rPr lang="en-US" altLang="ko-KR" sz="1600" dirty="0"/>
              <a:t>1</a:t>
            </a:r>
            <a:r>
              <a:rPr lang="ko-KR" altLang="en-US" sz="1600" dirty="0"/>
              <a:t>개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래이팅바</a:t>
            </a:r>
            <a:r>
              <a:rPr lang="ko-KR" altLang="en-US" sz="1600" dirty="0"/>
              <a:t> </a:t>
            </a:r>
            <a:r>
              <a:rPr lang="en-US" altLang="ko-KR" sz="1600" dirty="0"/>
              <a:t>1</a:t>
            </a:r>
            <a:r>
              <a:rPr lang="ko-KR" altLang="en-US" sz="1600" dirty="0"/>
              <a:t>개를 생성</a:t>
            </a:r>
          </a:p>
          <a:p>
            <a:pPr lvl="2"/>
            <a:r>
              <a:rPr lang="ko-KR" altLang="en-US" sz="1600" dirty="0"/>
              <a:t>마지막 </a:t>
            </a:r>
            <a:r>
              <a:rPr lang="ko-KR" altLang="en-US" sz="1600" dirty="0" err="1"/>
              <a:t>테이블로우에는</a:t>
            </a:r>
            <a:r>
              <a:rPr lang="ko-KR" altLang="en-US" sz="1600" dirty="0"/>
              <a:t> </a:t>
            </a:r>
            <a:r>
              <a:rPr lang="en-US" altLang="ko-KR" sz="1600" dirty="0"/>
              <a:t>&lt;</a:t>
            </a:r>
            <a:r>
              <a:rPr lang="ko-KR" altLang="en-US" sz="1600" dirty="0"/>
              <a:t>돌아가기</a:t>
            </a:r>
            <a:r>
              <a:rPr lang="en-US" altLang="ko-KR" sz="1600" dirty="0"/>
              <a:t>&gt;</a:t>
            </a:r>
            <a:r>
              <a:rPr lang="ko-KR" altLang="en-US" sz="1600" dirty="0"/>
              <a:t>생성</a:t>
            </a:r>
            <a:endParaRPr lang="en-US" altLang="ko-KR" sz="1600" dirty="0"/>
          </a:p>
          <a:p>
            <a:pPr lvl="2"/>
            <a:r>
              <a:rPr lang="ko-KR" altLang="en-US" sz="1600" dirty="0" err="1"/>
              <a:t>텍스트뷰의</a:t>
            </a:r>
            <a:r>
              <a:rPr lang="ko-KR" altLang="en-US" sz="1600" dirty="0"/>
              <a:t> </a:t>
            </a:r>
            <a:r>
              <a:rPr lang="en-US" altLang="ko-KR" sz="1600" dirty="0"/>
              <a:t>id</a:t>
            </a:r>
            <a:r>
              <a:rPr lang="ko-KR" altLang="en-US" sz="1600" dirty="0"/>
              <a:t> 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tv1~tv9, </a:t>
            </a:r>
            <a:r>
              <a:rPr lang="ko-KR" altLang="en-US" sz="1600" dirty="0" err="1"/>
              <a:t>래이팅바의</a:t>
            </a:r>
            <a:r>
              <a:rPr lang="ko-KR" altLang="en-US" sz="1600" dirty="0"/>
              <a:t> </a:t>
            </a:r>
            <a:r>
              <a:rPr lang="en-US" altLang="ko-KR" sz="1600" dirty="0"/>
              <a:t>id</a:t>
            </a:r>
            <a:r>
              <a:rPr lang="ko-KR" altLang="en-US" sz="1600" dirty="0"/>
              <a:t>  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rbar1~rbar9, </a:t>
            </a:r>
            <a:r>
              <a:rPr lang="ko-KR" altLang="en-US" sz="1600" dirty="0"/>
              <a:t>버튼의 </a:t>
            </a:r>
            <a:r>
              <a:rPr lang="en-US" altLang="ko-KR" sz="1600" dirty="0"/>
              <a:t>id</a:t>
            </a:r>
            <a:r>
              <a:rPr lang="ko-KR" altLang="en-US" sz="1600" dirty="0"/>
              <a:t> 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 err="1"/>
              <a:t>btnReturn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944651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sz="2400" dirty="0"/>
              <a:t>명시적 </a:t>
            </a:r>
            <a:r>
              <a:rPr lang="ko-KR" altLang="en-US" sz="2400" dirty="0" err="1"/>
              <a:t>인텐트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69CA29D-B69B-1D36-4487-C6995D88D13F}"/>
              </a:ext>
            </a:extLst>
          </p:cNvPr>
          <p:cNvGrpSpPr/>
          <p:nvPr/>
        </p:nvGrpSpPr>
        <p:grpSpPr>
          <a:xfrm>
            <a:off x="1614487" y="1195387"/>
            <a:ext cx="5915025" cy="5366423"/>
            <a:chOff x="1614487" y="1195387"/>
            <a:chExt cx="5915025" cy="536642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CA501C6-04A8-F6C8-083E-E57561684E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14487" y="1195387"/>
              <a:ext cx="5915025" cy="2085975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F6DA9D2C-FF59-9952-6809-1D57F53D5F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14487" y="3271837"/>
              <a:ext cx="5915025" cy="32899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289520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sz="2400" dirty="0"/>
              <a:t>명시적 </a:t>
            </a:r>
            <a:r>
              <a:rPr lang="ko-KR" altLang="en-US" sz="2400" dirty="0" err="1"/>
              <a:t>인텐트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10-2 </a:t>
            </a:r>
            <a:r>
              <a:rPr lang="ko-KR" altLang="en-US" dirty="0"/>
              <a:t>명화 선호도 투표 </a:t>
            </a:r>
            <a:r>
              <a:rPr lang="ko-KR" altLang="en-US" dirty="0" err="1"/>
              <a:t>앱</a:t>
            </a:r>
            <a:r>
              <a:rPr lang="ko-KR" altLang="en-US" dirty="0"/>
              <a:t> 만들기</a:t>
            </a:r>
            <a:endParaRPr lang="en-US" altLang="ko-KR" dirty="0"/>
          </a:p>
          <a:p>
            <a:r>
              <a:rPr lang="en-US" altLang="ko-KR" sz="1600" dirty="0"/>
              <a:t>3 Java </a:t>
            </a:r>
            <a:r>
              <a:rPr lang="ko-KR" altLang="en-US" sz="1600" dirty="0"/>
              <a:t>코드 작성 및 수정</a:t>
            </a:r>
            <a:endParaRPr lang="ko-KR" altLang="en-US" dirty="0"/>
          </a:p>
          <a:p>
            <a:pPr lvl="1"/>
            <a:r>
              <a:rPr lang="en-US" altLang="ko-KR" dirty="0"/>
              <a:t>(1) </a:t>
            </a:r>
            <a:r>
              <a:rPr lang="ko-KR" altLang="en-US" dirty="0"/>
              <a:t>새로운 </a:t>
            </a:r>
            <a:r>
              <a:rPr lang="ko-KR" altLang="en-US" dirty="0" err="1"/>
              <a:t>액티비티인</a:t>
            </a:r>
            <a:r>
              <a:rPr lang="ko-KR" altLang="en-US" dirty="0"/>
              <a:t> </a:t>
            </a:r>
            <a:r>
              <a:rPr lang="en-US" altLang="ko-KR" dirty="0"/>
              <a:t>ResultActivity.java </a:t>
            </a:r>
            <a:r>
              <a:rPr lang="ko-KR" altLang="en-US" dirty="0"/>
              <a:t>파일을 만들기</a:t>
            </a:r>
          </a:p>
          <a:p>
            <a:pPr lvl="2"/>
            <a:r>
              <a:rPr lang="en-US" altLang="ko-KR" sz="1600" dirty="0" err="1"/>
              <a:t>onCreate</a:t>
            </a:r>
            <a:r>
              <a:rPr lang="en-US" altLang="ko-KR" sz="1600" dirty="0"/>
              <a:t>( ) </a:t>
            </a:r>
            <a:r>
              <a:rPr lang="ko-KR" altLang="en-US" sz="1600" dirty="0" err="1"/>
              <a:t>메소드를</a:t>
            </a:r>
            <a:r>
              <a:rPr lang="ko-KR" altLang="en-US" sz="1600" dirty="0"/>
              <a:t> 추가한 후 </a:t>
            </a:r>
            <a:r>
              <a:rPr lang="en-US" altLang="ko-KR" sz="1600" dirty="0" err="1"/>
              <a:t>setContentView</a:t>
            </a:r>
            <a:r>
              <a:rPr lang="en-US" altLang="ko-KR" sz="1600" dirty="0"/>
              <a:t>(</a:t>
            </a:r>
            <a:r>
              <a:rPr lang="en-US" altLang="ko-KR" sz="1600" dirty="0" err="1"/>
              <a:t>R.layout.result</a:t>
            </a:r>
            <a:r>
              <a:rPr lang="en-US" altLang="ko-KR" sz="1600" dirty="0"/>
              <a:t>)</a:t>
            </a:r>
            <a:r>
              <a:rPr lang="ko-KR" altLang="en-US" sz="1600" dirty="0"/>
              <a:t> 추가</a:t>
            </a:r>
          </a:p>
          <a:p>
            <a:pPr lvl="2"/>
            <a:r>
              <a:rPr lang="en-US" altLang="ko-KR" sz="1600" dirty="0"/>
              <a:t>AndroidManifest.xml</a:t>
            </a:r>
            <a:r>
              <a:rPr lang="ko-KR" altLang="en-US" sz="1600" dirty="0"/>
              <a:t>에 등록</a:t>
            </a:r>
            <a:endParaRPr lang="en-US" altLang="ko-KR" sz="1600" dirty="0"/>
          </a:p>
          <a:p>
            <a:pPr lvl="2"/>
            <a:endParaRPr lang="en-US" altLang="ko-KR" sz="1600" dirty="0"/>
          </a:p>
          <a:p>
            <a:pPr lvl="1"/>
            <a:r>
              <a:rPr lang="en-US" altLang="ko-KR" dirty="0"/>
              <a:t>(2) </a:t>
            </a:r>
            <a:r>
              <a:rPr lang="en-US" altLang="ko-KR" dirty="0" err="1"/>
              <a:t>onCreate</a:t>
            </a:r>
            <a:r>
              <a:rPr lang="en-US" altLang="ko-KR" dirty="0"/>
              <a:t>() </a:t>
            </a:r>
            <a:r>
              <a:rPr lang="ko-KR" altLang="en-US" dirty="0"/>
              <a:t>내부에 필요한 변수 선언</a:t>
            </a:r>
          </a:p>
          <a:p>
            <a:pPr lvl="2"/>
            <a:r>
              <a:rPr lang="ko-KR" altLang="en-US" sz="1600" dirty="0"/>
              <a:t>그림을 클릭할 때마다 투표수를 저장할 </a:t>
            </a:r>
            <a:r>
              <a:rPr lang="en-US" altLang="ko-KR" sz="1600" dirty="0"/>
              <a:t>9</a:t>
            </a:r>
            <a:r>
              <a:rPr lang="ko-KR" altLang="en-US" sz="1600" dirty="0"/>
              <a:t>개짜리 배열을 선언하고 </a:t>
            </a:r>
            <a:r>
              <a:rPr lang="en-US" altLang="ko-KR" sz="1600" dirty="0"/>
              <a:t>0</a:t>
            </a:r>
            <a:r>
              <a:rPr lang="ko-KR" altLang="en-US" sz="1600" dirty="0"/>
              <a:t>으로 초기화</a:t>
            </a:r>
          </a:p>
          <a:p>
            <a:pPr lvl="2"/>
            <a:r>
              <a:rPr lang="ko-KR" altLang="en-US" sz="1600" dirty="0" err="1"/>
              <a:t>이미지뷰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위젯을</a:t>
            </a:r>
            <a:r>
              <a:rPr lang="ko-KR" altLang="en-US" sz="1600" dirty="0"/>
              <a:t> 저장할 </a:t>
            </a:r>
            <a:r>
              <a:rPr lang="en-US" altLang="ko-KR" sz="1600" dirty="0"/>
              <a:t>9</a:t>
            </a:r>
            <a:r>
              <a:rPr lang="ko-KR" altLang="en-US" sz="1600" dirty="0"/>
              <a:t>개짜리 배열을 선언</a:t>
            </a:r>
          </a:p>
          <a:p>
            <a:pPr lvl="2"/>
            <a:r>
              <a:rPr lang="ko-KR" altLang="en-US" sz="1600" dirty="0" err="1"/>
              <a:t>이미지뷰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위젯의</a:t>
            </a:r>
            <a:r>
              <a:rPr lang="ko-KR" altLang="en-US" sz="1600" dirty="0"/>
              <a:t> </a:t>
            </a:r>
            <a:r>
              <a:rPr lang="en-US" altLang="ko-KR" sz="1600" dirty="0"/>
              <a:t>id</a:t>
            </a:r>
            <a:r>
              <a:rPr lang="ko-KR" altLang="en-US" sz="1600" dirty="0"/>
              <a:t>인 </a:t>
            </a:r>
            <a:r>
              <a:rPr lang="en-US" altLang="ko-KR" sz="1600" dirty="0"/>
              <a:t>R.id.iv1 ~ iv9</a:t>
            </a:r>
            <a:r>
              <a:rPr lang="ko-KR" altLang="en-US" sz="1600" dirty="0"/>
              <a:t>를 저장한 배열을 선언</a:t>
            </a:r>
          </a:p>
          <a:p>
            <a:pPr lvl="2"/>
            <a:r>
              <a:rPr lang="ko-KR" altLang="en-US" sz="1600" dirty="0"/>
              <a:t>그림의 이름을 저장한 </a:t>
            </a:r>
            <a:r>
              <a:rPr lang="en-US" altLang="ko-KR" sz="1600" dirty="0"/>
              <a:t>9</a:t>
            </a:r>
            <a:r>
              <a:rPr lang="ko-KR" altLang="en-US" sz="1600" dirty="0"/>
              <a:t>개짜리 배열을 선언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79886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sz="2400" dirty="0"/>
              <a:t>명시적 </a:t>
            </a:r>
            <a:r>
              <a:rPr lang="ko-KR" altLang="en-US" sz="2400" dirty="0" err="1"/>
              <a:t>인텐트</a:t>
            </a:r>
            <a:endParaRPr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F244DAD-A574-8163-7F77-D2C6E4859B85}"/>
              </a:ext>
            </a:extLst>
          </p:cNvPr>
          <p:cNvGrpSpPr/>
          <p:nvPr/>
        </p:nvGrpSpPr>
        <p:grpSpPr>
          <a:xfrm>
            <a:off x="1614487" y="1409700"/>
            <a:ext cx="5915025" cy="4686300"/>
            <a:chOff x="1681162" y="1381125"/>
            <a:chExt cx="5915025" cy="468630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53446522-0AA4-D0BC-9C8C-660D48286F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81162" y="1381125"/>
              <a:ext cx="5915025" cy="2047875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ED97B11-EDBB-72E2-160E-E26532F6E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81162" y="3429000"/>
              <a:ext cx="5915025" cy="2638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300681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sz="2400" dirty="0"/>
              <a:t>명시적 </a:t>
            </a:r>
            <a:r>
              <a:rPr lang="ko-KR" altLang="en-US" sz="2400" dirty="0" err="1"/>
              <a:t>인텐트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9551" y="1206480"/>
            <a:ext cx="8409895" cy="5400600"/>
          </a:xfrm>
        </p:spPr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10-2 </a:t>
            </a:r>
            <a:r>
              <a:rPr lang="ko-KR" altLang="en-US" dirty="0"/>
              <a:t>명화 선호도 투표 </a:t>
            </a:r>
            <a:r>
              <a:rPr lang="ko-KR" altLang="en-US" dirty="0" err="1"/>
              <a:t>앱</a:t>
            </a:r>
            <a:r>
              <a:rPr lang="ko-KR" altLang="en-US" dirty="0"/>
              <a:t> 만들기</a:t>
            </a:r>
            <a:endParaRPr lang="en-US" altLang="ko-KR" dirty="0"/>
          </a:p>
          <a:p>
            <a:r>
              <a:rPr lang="en-US" altLang="ko-KR" sz="1600" dirty="0"/>
              <a:t>3 Java </a:t>
            </a:r>
            <a:r>
              <a:rPr lang="ko-KR" altLang="en-US" sz="1600" dirty="0"/>
              <a:t>코드 작성 및 수정</a:t>
            </a:r>
            <a:endParaRPr lang="ko-KR" altLang="en-US" dirty="0"/>
          </a:p>
          <a:p>
            <a:pPr lvl="1"/>
            <a:r>
              <a:rPr lang="en-US" altLang="ko-KR" dirty="0"/>
              <a:t>(3) </a:t>
            </a:r>
            <a:r>
              <a:rPr lang="en-US" altLang="ko-KR" dirty="0" err="1"/>
              <a:t>onCreate</a:t>
            </a:r>
            <a:r>
              <a:rPr lang="en-US" altLang="ko-KR" dirty="0"/>
              <a:t>() </a:t>
            </a:r>
            <a:r>
              <a:rPr lang="ko-KR" altLang="en-US" dirty="0"/>
              <a:t>내에 이미지 클릭하면 동작할 내용 코딩</a:t>
            </a:r>
          </a:p>
          <a:p>
            <a:pPr lvl="2"/>
            <a:r>
              <a:rPr lang="ko-KR" altLang="en-US" sz="1600" dirty="0"/>
              <a:t>각 </a:t>
            </a:r>
            <a:r>
              <a:rPr lang="ko-KR" altLang="en-US" sz="1600" dirty="0" err="1"/>
              <a:t>이미지뷰에</a:t>
            </a:r>
            <a:r>
              <a:rPr lang="ko-KR" altLang="en-US" sz="1600" dirty="0"/>
              <a:t> 대해 클릭 이벤트 </a:t>
            </a:r>
            <a:r>
              <a:rPr lang="ko-KR" altLang="en-US" sz="1600" dirty="0" err="1"/>
              <a:t>리스너</a:t>
            </a:r>
            <a:r>
              <a:rPr lang="ko-KR" altLang="en-US" sz="1600" dirty="0"/>
              <a:t> 생성 </a:t>
            </a:r>
          </a:p>
          <a:p>
            <a:pPr lvl="2"/>
            <a:r>
              <a:rPr lang="ko-KR" altLang="en-US" sz="1600" dirty="0" err="1"/>
              <a:t>이미지뷰가</a:t>
            </a:r>
            <a:r>
              <a:rPr lang="ko-KR" altLang="en-US" sz="1600" dirty="0"/>
              <a:t> </a:t>
            </a:r>
            <a:r>
              <a:rPr lang="en-US" altLang="ko-KR" sz="1600" dirty="0"/>
              <a:t>9</a:t>
            </a:r>
            <a:r>
              <a:rPr lang="ko-KR" altLang="en-US" sz="1600" dirty="0"/>
              <a:t>개이므로 </a:t>
            </a:r>
            <a:r>
              <a:rPr lang="ko-KR" altLang="en-US" sz="1600" dirty="0" err="1"/>
              <a:t>반복문</a:t>
            </a:r>
            <a:r>
              <a:rPr lang="ko-KR" altLang="en-US" sz="1600" dirty="0"/>
              <a:t> 사용</a:t>
            </a:r>
          </a:p>
          <a:p>
            <a:pPr lvl="2"/>
            <a:r>
              <a:rPr lang="ko-KR" altLang="en-US" sz="1600" dirty="0"/>
              <a:t>이미지를 클릭하면 각 이미지의 투표수가 증가하도록 설정</a:t>
            </a:r>
          </a:p>
          <a:p>
            <a:pPr lvl="2"/>
            <a:r>
              <a:rPr lang="ko-KR" altLang="en-US" sz="1600" dirty="0"/>
              <a:t>이미지를 클릭할 때마다 해당 이미지 이름과 누적된 투표수도 토스트 메시지로 보여줌</a:t>
            </a:r>
          </a:p>
        </p:txBody>
      </p:sp>
    </p:spTree>
    <p:extLst>
      <p:ext uri="{BB962C8B-B14F-4D97-AF65-F5344CB8AC3E}">
        <p14:creationId xmlns:p14="http://schemas.microsoft.com/office/powerpoint/2010/main" val="38714862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sz="2400" dirty="0"/>
              <a:t>명시적 </a:t>
            </a:r>
            <a:r>
              <a:rPr lang="ko-KR" altLang="en-US" sz="2400" dirty="0" err="1"/>
              <a:t>인텐트</a:t>
            </a:r>
            <a:endParaRPr lang="ko-KR" altLang="en-US" dirty="0"/>
          </a:p>
        </p:txBody>
      </p:sp>
      <p:pic>
        <p:nvPicPr>
          <p:cNvPr id="4" name="그림 3" descr="텍스트, 스크린샷, 웹사이트, 웹 페이지이(가) 표시된 사진&#10;&#10;자동 생성된 설명">
            <a:extLst>
              <a:ext uri="{FF2B5EF4-FFF2-40B4-BE49-F238E27FC236}">
                <a16:creationId xmlns:a16="http://schemas.microsoft.com/office/drawing/2014/main" id="{750D09E1-ADE6-D4D6-8EB4-A02100760D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50" y="1624257"/>
            <a:ext cx="6362700" cy="444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825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sz="2400" dirty="0"/>
              <a:t>명시적 </a:t>
            </a:r>
            <a:r>
              <a:rPr lang="ko-KR" altLang="en-US" sz="2400" dirty="0" err="1"/>
              <a:t>인텐트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9551" y="1196752"/>
            <a:ext cx="8341801" cy="5400600"/>
          </a:xfrm>
        </p:spPr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10-2 </a:t>
            </a:r>
            <a:r>
              <a:rPr lang="ko-KR" altLang="en-US" dirty="0"/>
              <a:t>명화 선호도 투표 </a:t>
            </a:r>
            <a:r>
              <a:rPr lang="ko-KR" altLang="en-US" dirty="0" err="1"/>
              <a:t>앱</a:t>
            </a:r>
            <a:r>
              <a:rPr lang="ko-KR" altLang="en-US" dirty="0"/>
              <a:t> 만들기</a:t>
            </a:r>
            <a:endParaRPr lang="en-US" altLang="ko-KR" dirty="0"/>
          </a:p>
          <a:p>
            <a:r>
              <a:rPr lang="en-US" altLang="ko-KR" sz="1600" dirty="0"/>
              <a:t>3 Java </a:t>
            </a:r>
            <a:r>
              <a:rPr lang="ko-KR" altLang="en-US" sz="1600" dirty="0"/>
              <a:t>코드 작성 및 수정</a:t>
            </a:r>
            <a:endParaRPr lang="ko-KR" altLang="en-US" dirty="0"/>
          </a:p>
          <a:p>
            <a:pPr lvl="1"/>
            <a:r>
              <a:rPr lang="en-US" altLang="ko-KR" dirty="0"/>
              <a:t>(4) </a:t>
            </a:r>
            <a:r>
              <a:rPr lang="en-US" altLang="ko-KR" dirty="0" err="1"/>
              <a:t>onCreate</a:t>
            </a:r>
            <a:r>
              <a:rPr lang="en-US" altLang="ko-KR" dirty="0"/>
              <a:t>() </a:t>
            </a:r>
            <a:r>
              <a:rPr lang="ko-KR" altLang="en-US" dirty="0"/>
              <a:t>내에 </a:t>
            </a:r>
            <a:r>
              <a:rPr lang="en-US" altLang="ko-KR" dirty="0"/>
              <a:t>&lt;</a:t>
            </a:r>
            <a:r>
              <a:rPr lang="ko-KR" altLang="en-US" dirty="0"/>
              <a:t>투표 종료</a:t>
            </a:r>
            <a:r>
              <a:rPr lang="en-US" altLang="ko-KR" dirty="0"/>
              <a:t>&gt;</a:t>
            </a:r>
            <a:r>
              <a:rPr lang="ko-KR" altLang="en-US" dirty="0"/>
              <a:t>에 대해서 클릭 이벤트 </a:t>
            </a:r>
            <a:r>
              <a:rPr lang="ko-KR" altLang="en-US" dirty="0" err="1"/>
              <a:t>리스너</a:t>
            </a:r>
            <a:r>
              <a:rPr lang="ko-KR" altLang="en-US" dirty="0"/>
              <a:t> 생성</a:t>
            </a:r>
          </a:p>
          <a:p>
            <a:pPr lvl="2"/>
            <a:r>
              <a:rPr lang="ko-KR" altLang="en-US" sz="1600" dirty="0" err="1"/>
              <a:t>인텐트를</a:t>
            </a:r>
            <a:r>
              <a:rPr lang="ko-KR" altLang="en-US" sz="1600" dirty="0"/>
              <a:t> 생성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인텐트에</a:t>
            </a:r>
            <a:r>
              <a:rPr lang="ko-KR" altLang="en-US" sz="1600" dirty="0"/>
              <a:t> 투표수 배열과 그림 이름 배열을 넣은 후 결과 </a:t>
            </a:r>
            <a:r>
              <a:rPr lang="ko-KR" altLang="en-US" sz="1600" dirty="0" err="1"/>
              <a:t>액티비티</a:t>
            </a:r>
            <a:r>
              <a:rPr lang="ko-KR" altLang="en-US" sz="1600" dirty="0"/>
              <a:t> 호출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4C9DD69-938A-EE44-E63C-53FFB0392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725" y="2994248"/>
            <a:ext cx="592455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5194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sz="2400" dirty="0"/>
              <a:t>명시적 </a:t>
            </a:r>
            <a:r>
              <a:rPr lang="ko-KR" altLang="en-US" sz="2400" dirty="0" err="1"/>
              <a:t>인텐트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>
          <a:xfrm>
            <a:off x="539552" y="1196752"/>
            <a:ext cx="8332074" cy="5400600"/>
          </a:xfrm>
        </p:spPr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10-2 </a:t>
            </a:r>
            <a:r>
              <a:rPr lang="ko-KR" altLang="en-US" dirty="0"/>
              <a:t>명화 선호도 투표 </a:t>
            </a:r>
            <a:r>
              <a:rPr lang="ko-KR" altLang="en-US" dirty="0" err="1"/>
              <a:t>앱</a:t>
            </a:r>
            <a:r>
              <a:rPr lang="ko-KR" altLang="en-US" dirty="0"/>
              <a:t> 만들기</a:t>
            </a:r>
            <a:endParaRPr lang="en-US" altLang="ko-KR" dirty="0"/>
          </a:p>
          <a:p>
            <a:r>
              <a:rPr lang="en-US" altLang="ko-KR" sz="1600" dirty="0"/>
              <a:t>3 Java </a:t>
            </a:r>
            <a:r>
              <a:rPr lang="ko-KR" altLang="en-US" sz="1600" dirty="0"/>
              <a:t>코드 작성 및 수정</a:t>
            </a:r>
            <a:endParaRPr lang="ko-KR" altLang="en-US" dirty="0"/>
          </a:p>
          <a:p>
            <a:pPr lvl="1"/>
            <a:r>
              <a:rPr lang="en-US" altLang="ko-KR" dirty="0"/>
              <a:t>(5) </a:t>
            </a:r>
            <a:r>
              <a:rPr lang="ko-KR" altLang="en-US" dirty="0"/>
              <a:t>서브 </a:t>
            </a:r>
            <a:r>
              <a:rPr lang="ko-KR" altLang="en-US" dirty="0" err="1"/>
              <a:t>액티비티인</a:t>
            </a:r>
            <a:r>
              <a:rPr lang="ko-KR" altLang="en-US" dirty="0"/>
              <a:t> </a:t>
            </a:r>
            <a:r>
              <a:rPr lang="en-US" altLang="ko-KR" dirty="0"/>
              <a:t>ResultActivity.java </a:t>
            </a:r>
            <a:r>
              <a:rPr lang="ko-KR" altLang="en-US" dirty="0"/>
              <a:t>파일의 </a:t>
            </a:r>
            <a:r>
              <a:rPr lang="en-US" altLang="ko-KR" dirty="0" err="1"/>
              <a:t>onCreate</a:t>
            </a:r>
            <a:r>
              <a:rPr lang="en-US" altLang="ko-KR" dirty="0"/>
              <a:t>( ) </a:t>
            </a:r>
            <a:r>
              <a:rPr lang="ko-KR" altLang="en-US" dirty="0" err="1"/>
              <a:t>메소드</a:t>
            </a:r>
            <a:r>
              <a:rPr lang="ko-KR" altLang="en-US" dirty="0"/>
              <a:t> 안을 코딩</a:t>
            </a:r>
          </a:p>
          <a:p>
            <a:pPr lvl="2"/>
            <a:r>
              <a:rPr lang="ko-KR" altLang="en-US" sz="1600" dirty="0"/>
              <a:t>메인 </a:t>
            </a:r>
            <a:r>
              <a:rPr lang="ko-KR" altLang="en-US" sz="1600" dirty="0" err="1"/>
              <a:t>액티비티에서</a:t>
            </a:r>
            <a:r>
              <a:rPr lang="ko-KR" altLang="en-US" sz="1600" dirty="0"/>
              <a:t> 보낸 </a:t>
            </a:r>
            <a:r>
              <a:rPr lang="ko-KR" altLang="en-US" sz="1600" dirty="0" err="1"/>
              <a:t>인텐트</a:t>
            </a:r>
            <a:r>
              <a:rPr lang="ko-KR" altLang="en-US" sz="1600" dirty="0"/>
              <a:t> 받고</a:t>
            </a:r>
            <a:r>
              <a:rPr lang="en-US" altLang="ko-KR" sz="1600" dirty="0"/>
              <a:t>, </a:t>
            </a:r>
            <a:r>
              <a:rPr lang="ko-KR" altLang="en-US" sz="1600" dirty="0"/>
              <a:t>넘겨받은 투표 결과 배열과 그림 이름 배열 저장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2439C6-3FD9-0F6C-BCED-5B6E71AC7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2813273"/>
            <a:ext cx="5905500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3629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sz="2400" dirty="0"/>
              <a:t>명시적 </a:t>
            </a:r>
            <a:r>
              <a:rPr lang="ko-KR" altLang="en-US" sz="2400" dirty="0" err="1"/>
              <a:t>인텐트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10-2 </a:t>
            </a:r>
            <a:r>
              <a:rPr lang="ko-KR" altLang="en-US" dirty="0"/>
              <a:t>명화 선호도 투표 </a:t>
            </a:r>
            <a:r>
              <a:rPr lang="ko-KR" altLang="en-US" dirty="0" err="1"/>
              <a:t>앱</a:t>
            </a:r>
            <a:r>
              <a:rPr lang="ko-KR" altLang="en-US" dirty="0"/>
              <a:t> 만들기</a:t>
            </a:r>
            <a:endParaRPr lang="en-US" altLang="ko-KR" dirty="0"/>
          </a:p>
          <a:p>
            <a:r>
              <a:rPr lang="en-US" altLang="ko-KR" sz="1600" dirty="0"/>
              <a:t>3 Java </a:t>
            </a:r>
            <a:r>
              <a:rPr lang="ko-KR" altLang="en-US" sz="1600" dirty="0"/>
              <a:t>코드 작성 및 수정</a:t>
            </a:r>
            <a:endParaRPr lang="ko-KR" altLang="en-US" dirty="0"/>
          </a:p>
          <a:p>
            <a:pPr lvl="1"/>
            <a:r>
              <a:rPr lang="en-US" altLang="ko-KR" dirty="0"/>
              <a:t>(6)</a:t>
            </a:r>
            <a:r>
              <a:rPr lang="ko-KR" altLang="en-US" dirty="0"/>
              <a:t> 서브 </a:t>
            </a:r>
            <a:r>
              <a:rPr lang="ko-KR" altLang="en-US" dirty="0" err="1"/>
              <a:t>액티비티의</a:t>
            </a:r>
            <a:r>
              <a:rPr lang="ko-KR" altLang="en-US" dirty="0"/>
              <a:t> 나머지 코딩</a:t>
            </a:r>
          </a:p>
          <a:p>
            <a:pPr lvl="2"/>
            <a:r>
              <a:rPr lang="en-US" altLang="ko-KR" sz="1600" dirty="0"/>
              <a:t>result.xml</a:t>
            </a:r>
            <a:r>
              <a:rPr lang="ko-KR" altLang="en-US" sz="1600" dirty="0"/>
              <a:t>의 </a:t>
            </a:r>
            <a:r>
              <a:rPr lang="ko-KR" altLang="en-US" sz="1600" dirty="0" err="1"/>
              <a:t>텍스트뷰</a:t>
            </a:r>
            <a:r>
              <a:rPr lang="ko-KR" altLang="en-US" sz="1600" dirty="0"/>
              <a:t> </a:t>
            </a:r>
            <a:r>
              <a:rPr lang="en-US" altLang="ko-KR" sz="1600" dirty="0"/>
              <a:t>9</a:t>
            </a:r>
            <a:r>
              <a:rPr lang="ko-KR" altLang="en-US" sz="1600" dirty="0"/>
              <a:t>개와 </a:t>
            </a:r>
            <a:r>
              <a:rPr lang="ko-KR" altLang="en-US" sz="1600" dirty="0" err="1"/>
              <a:t>레이팅바</a:t>
            </a:r>
            <a:r>
              <a:rPr lang="ko-KR" altLang="en-US" sz="1600" dirty="0"/>
              <a:t> </a:t>
            </a:r>
            <a:r>
              <a:rPr lang="en-US" altLang="ko-KR" sz="1600" dirty="0"/>
              <a:t>9</a:t>
            </a:r>
            <a:r>
              <a:rPr lang="ko-KR" altLang="en-US" sz="1600" dirty="0"/>
              <a:t>개의 </a:t>
            </a:r>
            <a:r>
              <a:rPr lang="ko-KR" altLang="en-US" sz="1600" dirty="0" err="1"/>
              <a:t>위젯</a:t>
            </a:r>
            <a:r>
              <a:rPr lang="ko-KR" altLang="en-US" sz="1600" dirty="0"/>
              <a:t> 변수 배열을 선언</a:t>
            </a:r>
          </a:p>
          <a:p>
            <a:pPr lvl="2"/>
            <a:r>
              <a:rPr lang="ko-KR" altLang="en-US" sz="1600" dirty="0" err="1"/>
              <a:t>텍스트뷰</a:t>
            </a:r>
            <a:r>
              <a:rPr lang="ko-KR" altLang="en-US" sz="1600" dirty="0"/>
              <a:t> </a:t>
            </a:r>
            <a:r>
              <a:rPr lang="en-US" altLang="ko-KR" sz="1600" dirty="0"/>
              <a:t>id</a:t>
            </a:r>
            <a:r>
              <a:rPr lang="ko-KR" altLang="en-US" sz="1600" dirty="0"/>
              <a:t>를 저장한 배열 변수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레이팅바의</a:t>
            </a:r>
            <a:r>
              <a:rPr lang="ko-KR" altLang="en-US" sz="1600" dirty="0"/>
              <a:t> </a:t>
            </a:r>
            <a:r>
              <a:rPr lang="en-US" altLang="ko-KR" sz="1600" dirty="0"/>
              <a:t>id</a:t>
            </a:r>
            <a:r>
              <a:rPr lang="ko-KR" altLang="en-US" sz="1600" dirty="0"/>
              <a:t>를 저장한 배열 변수를 선언</a:t>
            </a:r>
          </a:p>
          <a:p>
            <a:pPr lvl="2"/>
            <a:r>
              <a:rPr lang="en-US" altLang="ko-KR" sz="1600" dirty="0"/>
              <a:t>XML </a:t>
            </a:r>
            <a:r>
              <a:rPr lang="ko-KR" altLang="en-US" sz="1600" dirty="0"/>
              <a:t>파일의 </a:t>
            </a:r>
            <a:r>
              <a:rPr lang="ko-KR" altLang="en-US" sz="1600" dirty="0" err="1"/>
              <a:t>텍스트뷰와</a:t>
            </a:r>
            <a:r>
              <a:rPr lang="ko-KR" altLang="en-US" sz="1600" dirty="0"/>
              <a:t> </a:t>
            </a:r>
            <a:r>
              <a:rPr lang="ko-KR" altLang="en-US" sz="1600" dirty="0" err="1"/>
              <a:t>레이팅바를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위젯</a:t>
            </a:r>
            <a:r>
              <a:rPr lang="ko-KR" altLang="en-US" sz="1600" dirty="0"/>
              <a:t> 변수에 대입</a:t>
            </a:r>
          </a:p>
          <a:p>
            <a:pPr lvl="2"/>
            <a:r>
              <a:rPr lang="ko-KR" altLang="en-US" sz="1600" dirty="0" err="1"/>
              <a:t>텍스트뷰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위젯</a:t>
            </a:r>
            <a:r>
              <a:rPr lang="ko-KR" altLang="en-US" sz="1600" dirty="0"/>
              <a:t> 변수에 넘겨받은 그림 이름 적용</a:t>
            </a:r>
          </a:p>
          <a:p>
            <a:pPr lvl="2"/>
            <a:r>
              <a:rPr lang="ko-KR" altLang="en-US" sz="1600" dirty="0" err="1"/>
              <a:t>레이팅바에는</a:t>
            </a:r>
            <a:r>
              <a:rPr lang="ko-KR" altLang="en-US" sz="1600" dirty="0"/>
              <a:t> 넘겨받은 투표 결과를 적용</a:t>
            </a:r>
          </a:p>
          <a:p>
            <a:pPr lvl="2"/>
            <a:r>
              <a:rPr lang="ko-KR" altLang="en-US" sz="1600" dirty="0"/>
              <a:t>버튼을 클릭하면 서브 </a:t>
            </a:r>
            <a:r>
              <a:rPr lang="ko-KR" altLang="en-US" sz="1600" dirty="0" err="1"/>
              <a:t>액티비티를</a:t>
            </a:r>
            <a:r>
              <a:rPr lang="ko-KR" altLang="en-US" sz="1600" dirty="0"/>
              <a:t> 종료</a:t>
            </a:r>
            <a:r>
              <a:rPr lang="en-US" altLang="ko-KR" sz="1600" dirty="0"/>
              <a:t>.</a:t>
            </a:r>
            <a:r>
              <a:rPr lang="ko-KR" altLang="en-US" sz="1600" dirty="0"/>
              <a:t> 즉</a:t>
            </a:r>
            <a:r>
              <a:rPr lang="en-US" altLang="ko-KR" sz="1600" dirty="0"/>
              <a:t>, </a:t>
            </a:r>
            <a:r>
              <a:rPr lang="ko-KR" altLang="en-US" sz="1600" dirty="0"/>
              <a:t>메인 </a:t>
            </a:r>
            <a:r>
              <a:rPr lang="ko-KR" altLang="en-US" sz="1600" dirty="0" err="1"/>
              <a:t>액티비티로</a:t>
            </a:r>
            <a:r>
              <a:rPr lang="ko-KR" altLang="en-US" sz="1600" dirty="0"/>
              <a:t> 돌아감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78264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sz="2400" dirty="0"/>
              <a:t>명시적 </a:t>
            </a:r>
            <a:r>
              <a:rPr lang="ko-KR" altLang="en-US" sz="2400" dirty="0" err="1"/>
              <a:t>인텐트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27E59D4-C4B2-4E95-E1D5-2052F8AC3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487" y="1139230"/>
            <a:ext cx="5915025" cy="553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7632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sz="2400" dirty="0"/>
              <a:t>명시적 </a:t>
            </a:r>
            <a:r>
              <a:rPr lang="ko-KR" altLang="en-US" sz="2400" dirty="0" err="1"/>
              <a:t>인텐트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6BED50C-36FF-9E56-430E-D10C8DFD1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058" y="1724026"/>
            <a:ext cx="7739883" cy="4081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7724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액티비티와</a:t>
            </a:r>
            <a:r>
              <a:rPr lang="ko-KR" altLang="en-US" dirty="0"/>
              <a:t> </a:t>
            </a:r>
            <a:r>
              <a:rPr lang="ko-KR" altLang="en-US" dirty="0" err="1"/>
              <a:t>인텐트의</a:t>
            </a:r>
            <a:r>
              <a:rPr lang="ko-KR" altLang="en-US" dirty="0"/>
              <a:t> 응용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37377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sz="2400" dirty="0"/>
              <a:t>양방향 </a:t>
            </a:r>
            <a:r>
              <a:rPr lang="ko-KR" altLang="en-US" sz="2400" dirty="0" err="1"/>
              <a:t>액티비티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양방향 </a:t>
            </a:r>
            <a:r>
              <a:rPr lang="ko-KR" altLang="en-US" dirty="0" err="1"/>
              <a:t>액티비티와</a:t>
            </a:r>
            <a:r>
              <a:rPr lang="ko-KR" altLang="en-US" dirty="0"/>
              <a:t> 데이터의 전달</a:t>
            </a:r>
          </a:p>
          <a:p>
            <a:pPr lvl="1"/>
            <a:r>
              <a:rPr lang="ko-KR" altLang="en-US" dirty="0"/>
              <a:t>메인 </a:t>
            </a:r>
            <a:r>
              <a:rPr lang="ko-KR" altLang="en-US" dirty="0" err="1"/>
              <a:t>액티비티에서</a:t>
            </a:r>
            <a:r>
              <a:rPr lang="ko-KR" altLang="en-US" dirty="0"/>
              <a:t> 세컨드 </a:t>
            </a:r>
            <a:r>
              <a:rPr lang="ko-KR" altLang="en-US" dirty="0" err="1"/>
              <a:t>액티비티로</a:t>
            </a:r>
            <a:r>
              <a:rPr lang="ko-KR" altLang="en-US" dirty="0"/>
              <a:t> 데이터를 넘긴 후에 다시 세컨드</a:t>
            </a:r>
            <a:r>
              <a:rPr lang="en-US" altLang="ko-KR" dirty="0"/>
              <a:t> </a:t>
            </a:r>
            <a:r>
              <a:rPr lang="ko-KR" altLang="en-US" dirty="0" err="1"/>
              <a:t>액티비티에서</a:t>
            </a:r>
            <a:r>
              <a:rPr lang="ko-KR" altLang="en-US" dirty="0"/>
              <a:t> 메인 </a:t>
            </a:r>
            <a:r>
              <a:rPr lang="ko-KR" altLang="en-US" dirty="0" err="1"/>
              <a:t>액티비티로</a:t>
            </a:r>
            <a:r>
              <a:rPr lang="ko-KR" altLang="en-US" dirty="0"/>
              <a:t> 데이터를 돌려주는 경우도 있음</a:t>
            </a:r>
          </a:p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586D75B-D03C-0D0F-283F-0C02A4A98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337" y="2339677"/>
            <a:ext cx="6029325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8812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sz="2400" dirty="0"/>
              <a:t>양방향 </a:t>
            </a:r>
            <a:r>
              <a:rPr lang="ko-KR" altLang="en-US" sz="2400" dirty="0" err="1"/>
              <a:t>액티비티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양방향 데이터 전달 예제 </a:t>
            </a:r>
          </a:p>
          <a:p>
            <a:pPr lvl="1"/>
            <a:r>
              <a:rPr lang="ko-KR" altLang="en-US" dirty="0"/>
              <a:t>메인 </a:t>
            </a:r>
            <a:r>
              <a:rPr lang="ko-KR" altLang="en-US" dirty="0" err="1"/>
              <a:t>액티비티의</a:t>
            </a:r>
            <a:r>
              <a:rPr lang="ko-KR" altLang="en-US" dirty="0"/>
              <a:t> </a:t>
            </a:r>
            <a:r>
              <a:rPr lang="ko-KR" altLang="en-US" dirty="0" err="1"/>
              <a:t>에디트텍스트의</a:t>
            </a:r>
            <a:r>
              <a:rPr lang="ko-KR" altLang="en-US" dirty="0"/>
              <a:t> 두 수를 세컨드 </a:t>
            </a:r>
            <a:r>
              <a:rPr lang="ko-KR" altLang="en-US" dirty="0" err="1"/>
              <a:t>액티비티에서</a:t>
            </a:r>
            <a:r>
              <a:rPr lang="ko-KR" altLang="en-US" dirty="0"/>
              <a:t> 더한 후에 다시 메인 </a:t>
            </a:r>
            <a:r>
              <a:rPr lang="ko-KR" altLang="en-US" dirty="0" err="1"/>
              <a:t>액티비티로</a:t>
            </a:r>
            <a:r>
              <a:rPr lang="ko-KR" altLang="en-US" dirty="0"/>
              <a:t> 돌려줌</a:t>
            </a:r>
          </a:p>
          <a:p>
            <a:pPr lvl="2"/>
            <a:r>
              <a:rPr lang="en-US" altLang="ko-KR" sz="1600" dirty="0"/>
              <a:t>[</a:t>
            </a:r>
            <a:r>
              <a:rPr lang="ko-KR" altLang="en-US" sz="1600" dirty="0"/>
              <a:t>예제 </a:t>
            </a:r>
            <a:r>
              <a:rPr lang="en-US" altLang="ko-KR" sz="1600" dirty="0"/>
              <a:t>10-15]~[</a:t>
            </a:r>
            <a:r>
              <a:rPr lang="ko-KR" altLang="en-US" sz="1600" dirty="0"/>
              <a:t>예제 </a:t>
            </a:r>
            <a:r>
              <a:rPr lang="en-US" altLang="ko-KR" sz="1600" dirty="0"/>
              <a:t>10-18]</a:t>
            </a:r>
            <a:r>
              <a:rPr lang="ko-KR" altLang="en-US" sz="1600" dirty="0"/>
              <a:t>의 실행 결과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830D90F-D861-59E4-CF34-A4BBB292B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45" y="2752482"/>
            <a:ext cx="5876925" cy="392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5449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sz="2400" dirty="0"/>
              <a:t>양방향 </a:t>
            </a:r>
            <a:r>
              <a:rPr lang="ko-KR" altLang="en-US" sz="2400" dirty="0" err="1"/>
              <a:t>액티비티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D35460-81AB-A63C-A38B-CF85B5C0E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499" y="1390650"/>
            <a:ext cx="6937002" cy="494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8334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sz="2400" dirty="0"/>
              <a:t>양방향 </a:t>
            </a:r>
            <a:r>
              <a:rPr lang="ko-KR" altLang="en-US" sz="2400" dirty="0" err="1"/>
              <a:t>액티비티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A7D87A2-2BB2-762D-901A-B4B3AA727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462" y="990600"/>
            <a:ext cx="5789076" cy="584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9362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sz="2400" dirty="0"/>
              <a:t>양방향 </a:t>
            </a:r>
            <a:r>
              <a:rPr lang="ko-KR" altLang="en-US" sz="2400" dirty="0" err="1"/>
              <a:t>액티비티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9379611-A31A-EEAE-832D-4FEEE3C00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487" y="1158280"/>
            <a:ext cx="7137026" cy="551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968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sz="2400" dirty="0"/>
              <a:t>양방향 </a:t>
            </a:r>
            <a:r>
              <a:rPr lang="ko-KR" altLang="en-US" sz="2400" dirty="0" err="1"/>
              <a:t>액티비티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C46C76-824C-4706-829D-8AA510654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" y="1690687"/>
            <a:ext cx="8362950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57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10578</TotalTime>
  <Words>1506</Words>
  <Application>Microsoft Office PowerPoint</Application>
  <PresentationFormat>화면 슬라이드 쇼(4:3)</PresentationFormat>
  <Paragraphs>221</Paragraphs>
  <Slides>53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53</vt:i4>
      </vt:variant>
    </vt:vector>
  </HeadingPairs>
  <TitlesOfParts>
    <vt:vector size="61" baseType="lpstr">
      <vt:lpstr>Adobe Kaiti Std R</vt:lpstr>
      <vt:lpstr>HY헤드라인M</vt:lpstr>
      <vt:lpstr>굴림</vt:lpstr>
      <vt:lpstr>맑은 고딕</vt:lpstr>
      <vt:lpstr>함초롬돋움</vt:lpstr>
      <vt:lpstr>Arial</vt:lpstr>
      <vt:lpstr>Wingdings</vt:lpstr>
      <vt:lpstr>Office 테마</vt:lpstr>
      <vt:lpstr>PowerPoint 프레젠테이션</vt:lpstr>
      <vt:lpstr>1. 내장 메모리 파일 처리</vt:lpstr>
      <vt:lpstr>1. 내장 메모리 파일 처리</vt:lpstr>
      <vt:lpstr>1. 내장 메모리 파일 처리</vt:lpstr>
      <vt:lpstr>1. 내장 메모리 파일 처리</vt:lpstr>
      <vt:lpstr>1. 내장 메모리 파일 처리</vt:lpstr>
      <vt:lpstr>1. 내장 메모리 파일 처리</vt:lpstr>
      <vt:lpstr>1. 내장 메모리 파일 처리</vt:lpstr>
      <vt:lpstr>1. 내장 메모리 파일 처리</vt:lpstr>
      <vt:lpstr>1. 내장 메모리 파일 처리</vt:lpstr>
      <vt:lpstr>1. 내장 메모리 파일 처리</vt:lpstr>
      <vt:lpstr>1. 내장 메모리 파일 처리</vt:lpstr>
      <vt:lpstr>1. 내장 메모리 파일 처리</vt:lpstr>
      <vt:lpstr>1. 내장 메모리 파일 처리</vt:lpstr>
      <vt:lpstr>PowerPoint 프레젠테이션</vt:lpstr>
      <vt:lpstr>1. 안드로이드의 4대 컴포넌트</vt:lpstr>
      <vt:lpstr>1. 안드로이드의 4대 컴포넌트</vt:lpstr>
      <vt:lpstr>2. 액티비티의 개요</vt:lpstr>
      <vt:lpstr>2. 액티비티의 개요</vt:lpstr>
      <vt:lpstr>2. 액티비티의 개요</vt:lpstr>
      <vt:lpstr>2. 액티비티의 개요</vt:lpstr>
      <vt:lpstr>2. 액티비티의 개요</vt:lpstr>
      <vt:lpstr>2. 액티비티의 개요</vt:lpstr>
      <vt:lpstr>2. 액티비티의 개요</vt:lpstr>
      <vt:lpstr>2. 액티비티의 개요</vt:lpstr>
      <vt:lpstr>2. 액티비티의 개요</vt:lpstr>
      <vt:lpstr>2. 액티비티의 개요</vt:lpstr>
      <vt:lpstr>2. 액티비티의 개요</vt:lpstr>
      <vt:lpstr>3. 명시적 인텐트</vt:lpstr>
      <vt:lpstr>3. 명시적 인텐트</vt:lpstr>
      <vt:lpstr>3. 명시적 인텐트</vt:lpstr>
      <vt:lpstr>3. 명시적 인텐트</vt:lpstr>
      <vt:lpstr>3. 명시적 인텐트</vt:lpstr>
      <vt:lpstr>3. 명시적 인텐트</vt:lpstr>
      <vt:lpstr>3. 명시적 인텐트</vt:lpstr>
      <vt:lpstr>3. 명시적 인텐트</vt:lpstr>
      <vt:lpstr>3. 명시적 인텐트</vt:lpstr>
      <vt:lpstr>3. 명시적 인텐트</vt:lpstr>
      <vt:lpstr>3. 명시적 인텐트</vt:lpstr>
      <vt:lpstr>3. 명시적 인텐트</vt:lpstr>
      <vt:lpstr>3. 명시적 인텐트</vt:lpstr>
      <vt:lpstr>3. 명시적 인텐트</vt:lpstr>
      <vt:lpstr>3. 명시적 인텐트</vt:lpstr>
      <vt:lpstr>3. 명시적 인텐트</vt:lpstr>
      <vt:lpstr>3. 명시적 인텐트</vt:lpstr>
      <vt:lpstr>3. 명시적 인텐트</vt:lpstr>
      <vt:lpstr>PowerPoint 프레젠테이션</vt:lpstr>
      <vt:lpstr>1. 양방향 액티비티</vt:lpstr>
      <vt:lpstr>1. 양방향 액티비티</vt:lpstr>
      <vt:lpstr>1. 양방향 액티비티</vt:lpstr>
      <vt:lpstr>1. 양방향 액티비티</vt:lpstr>
      <vt:lpstr>1. 양방향 액티비티</vt:lpstr>
      <vt:lpstr>1. 양방향 액티비티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sh</dc:creator>
  <cp:lastModifiedBy>ICT</cp:lastModifiedBy>
  <cp:revision>568</cp:revision>
  <dcterms:created xsi:type="dcterms:W3CDTF">2007-11-27T23:54:21Z</dcterms:created>
  <dcterms:modified xsi:type="dcterms:W3CDTF">2025-12-08T02:20:10Z</dcterms:modified>
</cp:coreProperties>
</file>